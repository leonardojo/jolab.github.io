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4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36B76F-FD42-BA4E-8B26-A174D1894BDE}" v="20" dt="2026-03-09T10:51:21.8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>
        <p:scale>
          <a:sx n="280" d="100"/>
          <a:sy n="280" d="100"/>
        </p:scale>
        <p:origin x="-680" y="-3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DED1F-E4DD-B9E4-4ECB-1B6B4EF242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070953-4F67-4CB4-B5CA-DFB030FD69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17D4C-D0B4-0B65-47B7-C187EE92C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84C34-580D-5243-92E4-DF7B91F705D3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B92B0-5ED7-4D47-5F25-66A6776DD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E5F8B5-7B6E-BCD2-D78D-EEC6803EE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98977-A000-0A49-B568-DEB66791E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964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866B7-7C9A-26FE-56B2-3501687CF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767AC-C1B6-F8D2-8A64-75FB6AE36A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A77AB8-C50D-77D0-3C9F-A724D75E1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84C34-580D-5243-92E4-DF7B91F705D3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270C4-A0DD-718F-B7D2-CCD0C33E3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1B10E-00B5-6455-740F-23D234843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98977-A000-0A49-B568-DEB66791E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25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47F9-FF46-71E2-D412-334E60F41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F330C2-149F-00FC-D37A-5EBEAFB88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313FD-BCFA-B4E0-749C-4758C0ED0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84C34-580D-5243-92E4-DF7B91F705D3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08361-9881-F4A2-7A3E-2818942DD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10026-5D55-53EA-7C4E-1CCDC643C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98977-A000-0A49-B568-DEB66791E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667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8321D-2EC0-1205-0E49-1055EC5E8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BE05C-FA40-99F8-3944-C3DB8D41FA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0FE21B-D641-BDE8-2EA0-3C6E6DCAD8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9CD337-548F-246A-686D-83E2A6494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84C34-580D-5243-92E4-DF7B91F705D3}" type="datetimeFigureOut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138FCD-1CDC-37D6-D45C-5A59637F2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C70080-D777-EF49-B158-67FD831B2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98977-A000-0A49-B568-DEB66791E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220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D3BE5-D705-3F3D-C001-7E42F4B5F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1092BD-7295-6D07-17FB-BF086B3E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BB2F3C-BCB9-D45B-FEAE-A8E4E4FC64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C8CC12-CFA1-2DF7-59DF-8449575C4F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4ECFA8-5B11-716B-15C0-B0B0F95699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F08191-EF02-9E71-4D62-DE9571688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84C34-580D-5243-92E4-DF7B91F705D3}" type="datetimeFigureOut">
              <a:rPr lang="en-US" smtClean="0"/>
              <a:t>3/6/26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487C00-9A25-8E0E-92F7-73369CCB2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025847-69E4-F188-4682-E09F242FF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98977-A000-0A49-B568-DEB66791E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998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59FB6-F08D-4960-CD15-C7C9987BB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81D0EE-DE45-9F04-8EAA-A0B55697B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84C34-580D-5243-92E4-DF7B91F705D3}" type="datetimeFigureOut">
              <a:rPr lang="en-US" smtClean="0"/>
              <a:t>3/6/26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0D64CD-8529-7112-D77B-7C6CDC80E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710959-2734-B14D-30D8-12520BE2C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98977-A000-0A49-B568-DEB66791E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624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84F665-3090-E76F-EBD3-2BF8B3E36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84C34-580D-5243-92E4-DF7B91F705D3}" type="datetimeFigureOut">
              <a:rPr lang="en-US" smtClean="0"/>
              <a:t>3/6/26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C54311-46BD-8325-1111-44AD991F3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32710-7C71-2A6C-591B-35CB1A3B9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98977-A000-0A49-B568-DEB66791E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702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69267-ACF5-9A28-8AE3-220C67DA4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16F8B-3291-7432-E320-A213DBDBC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8F0979-1990-50CD-96E8-6E6CA4B9BC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9F7A7F-1EDF-D604-BC32-38D673B6A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84C34-580D-5243-92E4-DF7B91F705D3}" type="datetimeFigureOut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A52ECB-B878-B7BB-1EA0-593173117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060769-1841-248D-7DCE-26D31DD84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98977-A000-0A49-B568-DEB66791E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339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1C005-CC6D-DD30-9FA1-031676796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CF4F9F-FD83-2414-0A8C-955853C636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FA3CF4-F9C9-F068-98A6-DC2845502A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91F521-CC45-AFEB-D581-4F8C58AE3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84C34-580D-5243-92E4-DF7B91F705D3}" type="datetimeFigureOut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B36716-C5D0-54C7-A7B3-6CA9232BB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13F178-FCF1-CBA3-E101-9BCD00325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98977-A000-0A49-B568-DEB66791E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174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1A7D4-EF4B-211A-6736-7FAE83A28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6FB6A7-7440-25AE-1223-5585420516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04F4AD-4915-3A08-7B65-605BA654D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84C34-580D-5243-92E4-DF7B91F705D3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5C7A1-4FA7-043A-58F5-28CFD6338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CD517-D1E2-B4AE-A428-A13830888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98977-A000-0A49-B568-DEB66791E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461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2837A8-99B0-07A9-A533-249A8639B4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CDF438-3B00-06A2-B100-3466AFB8D3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A60AB-965F-3A52-AF9F-FF3C329A5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84C34-580D-5243-92E4-DF7B91F705D3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E9475-DC94-FCB3-B207-3C8E0E3AD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0D6FA-BD81-2527-0787-663EE2657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98977-A000-0A49-B568-DEB66791E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932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8F592C-03E7-E336-FBED-0849548B3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68516B-A8A0-B48D-4161-7E1217E595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BC82D-4E4F-A3F3-2F2D-67B9B01C04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384C34-580D-5243-92E4-DF7B91F705D3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26AA04-3147-2832-6383-0039B87176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3EEAC-52A4-AE5B-153C-9A46D6ECEA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698977-A000-0A49-B568-DEB66791E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397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image" Target="../media/image2.png"/><Relationship Id="rId7" Type="http://schemas.openxmlformats.org/officeDocument/2006/relationships/image" Target="../media/image4.em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microsoft.com/office/2007/relationships/hdphoto" Target="../media/hdphoto1.wdp"/><Relationship Id="rId4" Type="http://schemas.openxmlformats.org/officeDocument/2006/relationships/image" Target="../media/image3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Rectangle 404">
            <a:extLst>
              <a:ext uri="{FF2B5EF4-FFF2-40B4-BE49-F238E27FC236}">
                <a16:creationId xmlns:a16="http://schemas.microsoft.com/office/drawing/2014/main" id="{BBBBEB0B-41E8-13C6-B91E-34A89655DC48}"/>
              </a:ext>
            </a:extLst>
          </p:cNvPr>
          <p:cNvSpPr/>
          <p:nvPr/>
        </p:nvSpPr>
        <p:spPr>
          <a:xfrm>
            <a:off x="2500132" y="1651468"/>
            <a:ext cx="6204734" cy="22827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1"/>
          </a:p>
        </p:txBody>
      </p:sp>
      <p:pic>
        <p:nvPicPr>
          <p:cNvPr id="404" name="Picture 403" descr="A colorful plant map with blue text&#10;&#10;AI-generated content may be incorrect.">
            <a:extLst>
              <a:ext uri="{FF2B5EF4-FFF2-40B4-BE49-F238E27FC236}">
                <a16:creationId xmlns:a16="http://schemas.microsoft.com/office/drawing/2014/main" id="{654DD7FE-36BE-61CD-1ED3-1694CDBCAB7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6231264" y="2936210"/>
            <a:ext cx="800370" cy="900797"/>
          </a:xfrm>
          <a:prstGeom prst="rect">
            <a:avLst/>
          </a:prstGeom>
        </p:spPr>
      </p:pic>
      <p:pic>
        <p:nvPicPr>
          <p:cNvPr id="18" name="Picture 17" descr="A colorful paint splatter&#10;&#10;AI-generated content may be incorrect.">
            <a:extLst>
              <a:ext uri="{FF2B5EF4-FFF2-40B4-BE49-F238E27FC236}">
                <a16:creationId xmlns:a16="http://schemas.microsoft.com/office/drawing/2014/main" id="{7BAF789F-5768-F0AF-6AA4-E701E7F1022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 l="2573" t="12791" r="1675" b="7524"/>
          <a:stretch>
            <a:fillRect/>
          </a:stretch>
        </p:blipFill>
        <p:spPr>
          <a:xfrm>
            <a:off x="3636069" y="1711922"/>
            <a:ext cx="1928374" cy="1512858"/>
          </a:xfrm>
          <a:prstGeom prst="rect">
            <a:avLst/>
          </a:prstGeom>
          <a:ln>
            <a:noFill/>
          </a:ln>
        </p:spPr>
      </p:pic>
      <p:grpSp>
        <p:nvGrpSpPr>
          <p:cNvPr id="422" name="Group 421">
            <a:extLst>
              <a:ext uri="{FF2B5EF4-FFF2-40B4-BE49-F238E27FC236}">
                <a16:creationId xmlns:a16="http://schemas.microsoft.com/office/drawing/2014/main" id="{6FE93A4D-09DB-F91D-C1EC-3A5FBFF152A4}"/>
              </a:ext>
            </a:extLst>
          </p:cNvPr>
          <p:cNvGrpSpPr/>
          <p:nvPr/>
        </p:nvGrpSpPr>
        <p:grpSpPr>
          <a:xfrm>
            <a:off x="5950053" y="1711922"/>
            <a:ext cx="1888486" cy="1679155"/>
            <a:chOff x="6528753" y="-759531"/>
            <a:chExt cx="1888486" cy="1679155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A66BC50-E371-DE0E-AB93-A0E1BE75671A}"/>
                </a:ext>
              </a:extLst>
            </p:cNvPr>
            <p:cNvSpPr/>
            <p:nvPr/>
          </p:nvSpPr>
          <p:spPr>
            <a:xfrm rot="1341714">
              <a:off x="7272177" y="133005"/>
              <a:ext cx="114306" cy="114305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w="med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i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0BE159E4-FD7C-9D30-6024-7DCD187304A0}"/>
                </a:ext>
              </a:extLst>
            </p:cNvPr>
            <p:cNvCxnSpPr>
              <a:cxnSpLocks/>
              <a:stCxn id="22" idx="1"/>
              <a:endCxn id="263" idx="2"/>
            </p:cNvCxnSpPr>
            <p:nvPr/>
          </p:nvCxnSpPr>
          <p:spPr>
            <a:xfrm flipH="1" flipV="1">
              <a:off x="6689974" y="117591"/>
              <a:ext cx="617357" cy="19817"/>
            </a:xfrm>
            <a:prstGeom prst="straightConnector1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6C67CE91-0DF0-08F0-C4CD-352C20CF7744}"/>
                </a:ext>
              </a:extLst>
            </p:cNvPr>
            <p:cNvCxnSpPr>
              <a:cxnSpLocks/>
              <a:stCxn id="22" idx="1"/>
              <a:endCxn id="262" idx="3"/>
            </p:cNvCxnSpPr>
            <p:nvPr/>
          </p:nvCxnSpPr>
          <p:spPr>
            <a:xfrm flipH="1" flipV="1">
              <a:off x="6729047" y="15898"/>
              <a:ext cx="578284" cy="121510"/>
            </a:xfrm>
            <a:prstGeom prst="straightConnector1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B006A7E7-494E-AEEA-1C71-2F1A8B8E8FC6}"/>
                </a:ext>
              </a:extLst>
            </p:cNvPr>
            <p:cNvCxnSpPr>
              <a:cxnSpLocks/>
              <a:stCxn id="22" idx="1"/>
              <a:endCxn id="265" idx="4"/>
            </p:cNvCxnSpPr>
            <p:nvPr/>
          </p:nvCxnSpPr>
          <p:spPr>
            <a:xfrm flipH="1" flipV="1">
              <a:off x="6765340" y="-37783"/>
              <a:ext cx="541991" cy="175192"/>
            </a:xfrm>
            <a:prstGeom prst="straightConnector1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88FA77CD-4CBE-CCB4-873D-136B209F2C7B}"/>
                </a:ext>
              </a:extLst>
            </p:cNvPr>
            <p:cNvCxnSpPr>
              <a:cxnSpLocks/>
              <a:stCxn id="22" idx="1"/>
              <a:endCxn id="244" idx="3"/>
            </p:cNvCxnSpPr>
            <p:nvPr/>
          </p:nvCxnSpPr>
          <p:spPr>
            <a:xfrm flipH="1" flipV="1">
              <a:off x="6915316" y="-97950"/>
              <a:ext cx="392015" cy="235358"/>
            </a:xfrm>
            <a:prstGeom prst="straightConnector1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4663A6E8-19E4-E795-49B3-33A7297DBB06}"/>
                </a:ext>
              </a:extLst>
            </p:cNvPr>
            <p:cNvCxnSpPr>
              <a:cxnSpLocks/>
              <a:stCxn id="22" idx="1"/>
              <a:endCxn id="260" idx="3"/>
            </p:cNvCxnSpPr>
            <p:nvPr/>
          </p:nvCxnSpPr>
          <p:spPr>
            <a:xfrm flipH="1" flipV="1">
              <a:off x="6861063" y="-11488"/>
              <a:ext cx="446268" cy="148897"/>
            </a:xfrm>
            <a:prstGeom prst="straightConnector1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94CF1098-F99B-E679-E912-C0C2208E4C09}"/>
                </a:ext>
              </a:extLst>
            </p:cNvPr>
            <p:cNvCxnSpPr>
              <a:cxnSpLocks/>
              <a:stCxn id="22" idx="1"/>
              <a:endCxn id="270" idx="3"/>
            </p:cNvCxnSpPr>
            <p:nvPr/>
          </p:nvCxnSpPr>
          <p:spPr>
            <a:xfrm flipH="1" flipV="1">
              <a:off x="6643961" y="57357"/>
              <a:ext cx="663370" cy="80051"/>
            </a:xfrm>
            <a:prstGeom prst="straightConnector1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1A636E34-2DC5-1EAD-64AF-CB04F3FBE7EE}"/>
                </a:ext>
              </a:extLst>
            </p:cNvPr>
            <p:cNvCxnSpPr>
              <a:cxnSpLocks/>
              <a:stCxn id="22" idx="1"/>
              <a:endCxn id="250" idx="3"/>
            </p:cNvCxnSpPr>
            <p:nvPr/>
          </p:nvCxnSpPr>
          <p:spPr>
            <a:xfrm flipH="1" flipV="1">
              <a:off x="7017050" y="-95692"/>
              <a:ext cx="290281" cy="233101"/>
            </a:xfrm>
            <a:prstGeom prst="straightConnector1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C5042AF9-CCD8-D7E2-7CF6-3A529CD2E191}"/>
                </a:ext>
              </a:extLst>
            </p:cNvPr>
            <p:cNvCxnSpPr>
              <a:cxnSpLocks/>
              <a:stCxn id="22" idx="1"/>
              <a:endCxn id="249" idx="4"/>
            </p:cNvCxnSpPr>
            <p:nvPr/>
          </p:nvCxnSpPr>
          <p:spPr>
            <a:xfrm flipH="1" flipV="1">
              <a:off x="7049547" y="-172329"/>
              <a:ext cx="257784" cy="309737"/>
            </a:xfrm>
            <a:prstGeom prst="straightConnector1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C1E6644F-9F12-BDFD-D86C-77FA431AF453}"/>
                </a:ext>
              </a:extLst>
            </p:cNvPr>
            <p:cNvCxnSpPr>
              <a:cxnSpLocks/>
              <a:stCxn id="22" idx="1"/>
              <a:endCxn id="248" idx="4"/>
            </p:cNvCxnSpPr>
            <p:nvPr/>
          </p:nvCxnSpPr>
          <p:spPr>
            <a:xfrm flipH="1" flipV="1">
              <a:off x="7168622" y="-168272"/>
              <a:ext cx="138710" cy="305681"/>
            </a:xfrm>
            <a:prstGeom prst="straightConnector1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B692C3C2-7857-409E-5E56-C9FADFE90298}"/>
                </a:ext>
              </a:extLst>
            </p:cNvPr>
            <p:cNvCxnSpPr>
              <a:cxnSpLocks/>
              <a:stCxn id="22" idx="1"/>
              <a:endCxn id="247" idx="4"/>
            </p:cNvCxnSpPr>
            <p:nvPr/>
          </p:nvCxnSpPr>
          <p:spPr>
            <a:xfrm flipH="1" flipV="1">
              <a:off x="7222875" y="-254733"/>
              <a:ext cx="84456" cy="392142"/>
            </a:xfrm>
            <a:prstGeom prst="straightConnector1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F70BCE8A-7F5A-5316-A0C6-88A89BBCFB40}"/>
                </a:ext>
              </a:extLst>
            </p:cNvPr>
            <p:cNvCxnSpPr>
              <a:cxnSpLocks/>
              <a:stCxn id="22" idx="1"/>
              <a:endCxn id="252" idx="4"/>
            </p:cNvCxnSpPr>
            <p:nvPr/>
          </p:nvCxnSpPr>
          <p:spPr>
            <a:xfrm flipH="1" flipV="1">
              <a:off x="7115057" y="-250597"/>
              <a:ext cx="192274" cy="388006"/>
            </a:xfrm>
            <a:prstGeom prst="straightConnector1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6DCA3353-2C2C-0364-F898-CFC56AF2C5FC}"/>
                </a:ext>
              </a:extLst>
            </p:cNvPr>
            <p:cNvCxnSpPr>
              <a:cxnSpLocks/>
              <a:stCxn id="22" idx="1"/>
              <a:endCxn id="251" idx="4"/>
            </p:cNvCxnSpPr>
            <p:nvPr/>
          </p:nvCxnSpPr>
          <p:spPr>
            <a:xfrm flipH="1" flipV="1">
              <a:off x="7177567" y="-342855"/>
              <a:ext cx="129764" cy="480264"/>
            </a:xfrm>
            <a:prstGeom prst="straightConnector1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2D50B84B-AE5E-C8EA-378E-717690E9A815}"/>
                </a:ext>
              </a:extLst>
            </p:cNvPr>
            <p:cNvCxnSpPr>
              <a:cxnSpLocks/>
              <a:stCxn id="22" idx="1"/>
              <a:endCxn id="254" idx="4"/>
            </p:cNvCxnSpPr>
            <p:nvPr/>
          </p:nvCxnSpPr>
          <p:spPr>
            <a:xfrm flipH="1" flipV="1">
              <a:off x="7081397" y="-359586"/>
              <a:ext cx="225934" cy="496995"/>
            </a:xfrm>
            <a:prstGeom prst="straightConnector1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A7EE6834-B96F-EAC9-DDB4-85453A104665}"/>
                </a:ext>
              </a:extLst>
            </p:cNvPr>
            <p:cNvCxnSpPr>
              <a:cxnSpLocks/>
              <a:stCxn id="22" idx="1"/>
              <a:endCxn id="255" idx="4"/>
            </p:cNvCxnSpPr>
            <p:nvPr/>
          </p:nvCxnSpPr>
          <p:spPr>
            <a:xfrm flipH="1" flipV="1">
              <a:off x="7027807" y="-266765"/>
              <a:ext cx="279524" cy="404173"/>
            </a:xfrm>
            <a:prstGeom prst="straightConnector1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9E534AE5-6DD4-9458-6ADF-AF3CA8A6911E}"/>
                </a:ext>
              </a:extLst>
            </p:cNvPr>
            <p:cNvCxnSpPr>
              <a:cxnSpLocks/>
              <a:stCxn id="22" idx="1"/>
              <a:endCxn id="258" idx="3"/>
            </p:cNvCxnSpPr>
            <p:nvPr/>
          </p:nvCxnSpPr>
          <p:spPr>
            <a:xfrm flipH="1" flipV="1">
              <a:off x="6968756" y="-196040"/>
              <a:ext cx="338575" cy="333449"/>
            </a:xfrm>
            <a:prstGeom prst="straightConnector1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DCD5A9D0-0B9B-AF7C-2BDF-4E98BE354CE1}"/>
                </a:ext>
              </a:extLst>
            </p:cNvPr>
            <p:cNvCxnSpPr>
              <a:cxnSpLocks/>
              <a:stCxn id="22" idx="1"/>
              <a:endCxn id="264" idx="3"/>
            </p:cNvCxnSpPr>
            <p:nvPr/>
          </p:nvCxnSpPr>
          <p:spPr>
            <a:xfrm flipH="1" flipV="1">
              <a:off x="6834090" y="-127776"/>
              <a:ext cx="473241" cy="265185"/>
            </a:xfrm>
            <a:prstGeom prst="straightConnector1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89506CA0-9D86-595E-6F3B-A8EB937D9575}"/>
                </a:ext>
              </a:extLst>
            </p:cNvPr>
            <p:cNvCxnSpPr>
              <a:cxnSpLocks/>
              <a:stCxn id="22" idx="1"/>
              <a:endCxn id="266" idx="3"/>
            </p:cNvCxnSpPr>
            <p:nvPr/>
          </p:nvCxnSpPr>
          <p:spPr>
            <a:xfrm flipH="1" flipV="1">
              <a:off x="6861962" y="-206183"/>
              <a:ext cx="445369" cy="343591"/>
            </a:xfrm>
            <a:prstGeom prst="straightConnector1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76BB1518-C306-722C-B2DF-3CB2F4827159}"/>
                </a:ext>
              </a:extLst>
            </p:cNvPr>
            <p:cNvCxnSpPr>
              <a:cxnSpLocks/>
              <a:stCxn id="22" idx="1"/>
              <a:endCxn id="257" idx="3"/>
            </p:cNvCxnSpPr>
            <p:nvPr/>
          </p:nvCxnSpPr>
          <p:spPr>
            <a:xfrm flipH="1" flipV="1">
              <a:off x="6929826" y="-287006"/>
              <a:ext cx="377506" cy="424414"/>
            </a:xfrm>
            <a:prstGeom prst="straightConnector1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26EE881B-24E8-C670-7891-FBAACC88B7FE}"/>
                </a:ext>
              </a:extLst>
            </p:cNvPr>
            <p:cNvCxnSpPr>
              <a:cxnSpLocks/>
              <a:stCxn id="22" idx="1"/>
              <a:endCxn id="256" idx="3"/>
            </p:cNvCxnSpPr>
            <p:nvPr/>
          </p:nvCxnSpPr>
          <p:spPr>
            <a:xfrm flipH="1" flipV="1">
              <a:off x="6983415" y="-379826"/>
              <a:ext cx="323916" cy="517235"/>
            </a:xfrm>
            <a:prstGeom prst="straightConnector1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59E58505-0198-1027-6DCE-E85E3C9E1531}"/>
                </a:ext>
              </a:extLst>
            </p:cNvPr>
            <p:cNvCxnSpPr>
              <a:cxnSpLocks/>
              <a:stCxn id="22" idx="1"/>
              <a:endCxn id="253" idx="4"/>
            </p:cNvCxnSpPr>
            <p:nvPr/>
          </p:nvCxnSpPr>
          <p:spPr>
            <a:xfrm flipH="1" flipV="1">
              <a:off x="7128237" y="-453201"/>
              <a:ext cx="179094" cy="590610"/>
            </a:xfrm>
            <a:prstGeom prst="straightConnector1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69B97995-113A-FE36-4F20-48CA960E374D}"/>
                </a:ext>
              </a:extLst>
            </p:cNvPr>
            <p:cNvCxnSpPr>
              <a:cxnSpLocks/>
              <a:stCxn id="22" idx="1"/>
              <a:endCxn id="259" idx="3"/>
            </p:cNvCxnSpPr>
            <p:nvPr/>
          </p:nvCxnSpPr>
          <p:spPr>
            <a:xfrm flipH="1" flipV="1">
              <a:off x="7048029" y="-461439"/>
              <a:ext cx="259302" cy="598848"/>
            </a:xfrm>
            <a:prstGeom prst="straightConnector1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1F61F970-0A1F-8F03-C652-1B53A57DC11F}"/>
                </a:ext>
              </a:extLst>
            </p:cNvPr>
            <p:cNvCxnSpPr>
              <a:cxnSpLocks/>
              <a:stCxn id="22" idx="1"/>
              <a:endCxn id="261" idx="3"/>
            </p:cNvCxnSpPr>
            <p:nvPr/>
          </p:nvCxnSpPr>
          <p:spPr>
            <a:xfrm flipH="1" flipV="1">
              <a:off x="6820678" y="-296417"/>
              <a:ext cx="486653" cy="433826"/>
            </a:xfrm>
            <a:prstGeom prst="straightConnector1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F315ED2D-BC4B-3C9A-B487-A2856DC55472}"/>
                </a:ext>
              </a:extLst>
            </p:cNvPr>
            <p:cNvCxnSpPr>
              <a:cxnSpLocks/>
              <a:stCxn id="22" idx="1"/>
              <a:endCxn id="271" idx="3"/>
            </p:cNvCxnSpPr>
            <p:nvPr/>
          </p:nvCxnSpPr>
          <p:spPr>
            <a:xfrm flipH="1" flipV="1">
              <a:off x="6761457" y="-198648"/>
              <a:ext cx="545874" cy="336057"/>
            </a:xfrm>
            <a:prstGeom prst="straightConnector1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46E47947-17E7-E437-4E15-AFEF6A60ED40}"/>
                </a:ext>
              </a:extLst>
            </p:cNvPr>
            <p:cNvCxnSpPr>
              <a:cxnSpLocks/>
              <a:stCxn id="22" idx="1"/>
              <a:endCxn id="268" idx="3"/>
            </p:cNvCxnSpPr>
            <p:nvPr/>
          </p:nvCxnSpPr>
          <p:spPr>
            <a:xfrm flipH="1" flipV="1">
              <a:off x="6654765" y="-206858"/>
              <a:ext cx="652567" cy="344267"/>
            </a:xfrm>
            <a:prstGeom prst="straightConnector1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91C1F5EC-69FD-5C53-5BBF-8C1019A8AADD}"/>
                </a:ext>
              </a:extLst>
            </p:cNvPr>
            <p:cNvCxnSpPr>
              <a:cxnSpLocks/>
              <a:stCxn id="22" idx="1"/>
              <a:endCxn id="269" idx="3"/>
            </p:cNvCxnSpPr>
            <p:nvPr/>
          </p:nvCxnSpPr>
          <p:spPr>
            <a:xfrm flipH="1" flipV="1">
              <a:off x="6631256" y="-59502"/>
              <a:ext cx="676075" cy="196911"/>
            </a:xfrm>
            <a:prstGeom prst="straightConnector1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FC489447-2887-22E9-F992-96833A5D640D}"/>
                </a:ext>
              </a:extLst>
            </p:cNvPr>
            <p:cNvCxnSpPr>
              <a:cxnSpLocks/>
              <a:stCxn id="22" idx="1"/>
              <a:endCxn id="267" idx="3"/>
            </p:cNvCxnSpPr>
            <p:nvPr/>
          </p:nvCxnSpPr>
          <p:spPr>
            <a:xfrm flipH="1" flipV="1">
              <a:off x="6699693" y="-117261"/>
              <a:ext cx="607638" cy="254670"/>
            </a:xfrm>
            <a:prstGeom prst="straightConnector1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A2B13B0-E365-A0B7-6AE0-6DE91126E430}"/>
                </a:ext>
              </a:extLst>
            </p:cNvPr>
            <p:cNvGrpSpPr/>
            <p:nvPr/>
          </p:nvGrpSpPr>
          <p:grpSpPr>
            <a:xfrm rot="20700000" flipH="1">
              <a:off x="6528753" y="-472139"/>
              <a:ext cx="733999" cy="560665"/>
              <a:chOff x="1114368" y="2367589"/>
              <a:chExt cx="1475978" cy="1127426"/>
            </a:xfrm>
            <a:solidFill>
              <a:schemeClr val="accent2">
                <a:lumMod val="40000"/>
                <a:lumOff val="60000"/>
              </a:schemeClr>
            </a:solidFill>
          </p:grpSpPr>
          <p:grpSp>
            <p:nvGrpSpPr>
              <p:cNvPr id="242" name="Group 241">
                <a:extLst>
                  <a:ext uri="{FF2B5EF4-FFF2-40B4-BE49-F238E27FC236}">
                    <a16:creationId xmlns:a16="http://schemas.microsoft.com/office/drawing/2014/main" id="{5C539EFD-D28D-3326-FC1A-D081908328BB}"/>
                  </a:ext>
                </a:extLst>
              </p:cNvPr>
              <p:cNvGrpSpPr/>
              <p:nvPr/>
            </p:nvGrpSpPr>
            <p:grpSpPr>
              <a:xfrm>
                <a:off x="1890049" y="2657400"/>
                <a:ext cx="700297" cy="647280"/>
                <a:chOff x="1890049" y="2657400"/>
                <a:chExt cx="700297" cy="647280"/>
              </a:xfrm>
              <a:grpFill/>
            </p:grpSpPr>
            <p:sp>
              <p:nvSpPr>
                <p:cNvPr id="266" name="Oval 265">
                  <a:extLst>
                    <a:ext uri="{FF2B5EF4-FFF2-40B4-BE49-F238E27FC236}">
                      <a16:creationId xmlns:a16="http://schemas.microsoft.com/office/drawing/2014/main" id="{6785B276-B394-2CB5-C518-9A25CD23A0A5}"/>
                    </a:ext>
                  </a:extLst>
                </p:cNvPr>
                <p:cNvSpPr/>
                <p:nvPr/>
              </p:nvSpPr>
              <p:spPr>
                <a:xfrm>
                  <a:off x="1890049" y="2766548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67" name="Oval 266">
                  <a:extLst>
                    <a:ext uri="{FF2B5EF4-FFF2-40B4-BE49-F238E27FC236}">
                      <a16:creationId xmlns:a16="http://schemas.microsoft.com/office/drawing/2014/main" id="{233CEBA3-34F3-5714-FF0F-87E50B7FC320}"/>
                    </a:ext>
                  </a:extLst>
                </p:cNvPr>
                <p:cNvSpPr/>
                <p:nvPr/>
              </p:nvSpPr>
              <p:spPr>
                <a:xfrm>
                  <a:off x="2251511" y="2854812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68" name="Oval 267">
                  <a:extLst>
                    <a:ext uri="{FF2B5EF4-FFF2-40B4-BE49-F238E27FC236}">
                      <a16:creationId xmlns:a16="http://schemas.microsoft.com/office/drawing/2014/main" id="{65375542-F7D8-78DE-4176-D30E9CC0EA6D}"/>
                    </a:ext>
                  </a:extLst>
                </p:cNvPr>
                <p:cNvSpPr/>
                <p:nvPr/>
              </p:nvSpPr>
              <p:spPr>
                <a:xfrm>
                  <a:off x="2292148" y="2657400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69" name="Oval 268">
                  <a:extLst>
                    <a:ext uri="{FF2B5EF4-FFF2-40B4-BE49-F238E27FC236}">
                      <a16:creationId xmlns:a16="http://schemas.microsoft.com/office/drawing/2014/main" id="{8160E3AF-CDC6-B18F-1D89-49BB71D0F45F}"/>
                    </a:ext>
                  </a:extLst>
                </p:cNvPr>
                <p:cNvSpPr/>
                <p:nvPr/>
              </p:nvSpPr>
              <p:spPr>
                <a:xfrm>
                  <a:off x="2414501" y="2931382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0" name="Oval 269">
                  <a:extLst>
                    <a:ext uri="{FF2B5EF4-FFF2-40B4-BE49-F238E27FC236}">
                      <a16:creationId xmlns:a16="http://schemas.microsoft.com/office/drawing/2014/main" id="{A1952579-BDD6-B79F-CCA8-46659872B847}"/>
                    </a:ext>
                  </a:extLst>
                </p:cNvPr>
                <p:cNvSpPr/>
                <p:nvPr/>
              </p:nvSpPr>
              <p:spPr>
                <a:xfrm>
                  <a:off x="2450644" y="3164978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1" name="Oval 270">
                  <a:extLst>
                    <a:ext uri="{FF2B5EF4-FFF2-40B4-BE49-F238E27FC236}">
                      <a16:creationId xmlns:a16="http://schemas.microsoft.com/office/drawing/2014/main" id="{EA0B11F6-FC25-965C-3BDF-42689B295C0A}"/>
                    </a:ext>
                  </a:extLst>
                </p:cNvPr>
                <p:cNvSpPr/>
                <p:nvPr/>
              </p:nvSpPr>
              <p:spPr>
                <a:xfrm>
                  <a:off x="2089185" y="2728876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43" name="Group 242">
                <a:extLst>
                  <a:ext uri="{FF2B5EF4-FFF2-40B4-BE49-F238E27FC236}">
                    <a16:creationId xmlns:a16="http://schemas.microsoft.com/office/drawing/2014/main" id="{4884141E-8638-EA07-5027-BB62A1291828}"/>
                  </a:ext>
                </a:extLst>
              </p:cNvPr>
              <p:cNvGrpSpPr/>
              <p:nvPr/>
            </p:nvGrpSpPr>
            <p:grpSpPr>
              <a:xfrm>
                <a:off x="1923273" y="2569795"/>
                <a:ext cx="629507" cy="925220"/>
                <a:chOff x="1993124" y="2152800"/>
                <a:chExt cx="629507" cy="925220"/>
              </a:xfrm>
              <a:grpFill/>
            </p:grpSpPr>
            <p:sp>
              <p:nvSpPr>
                <p:cNvPr id="260" name="Oval 259">
                  <a:extLst>
                    <a:ext uri="{FF2B5EF4-FFF2-40B4-BE49-F238E27FC236}">
                      <a16:creationId xmlns:a16="http://schemas.microsoft.com/office/drawing/2014/main" id="{B827CE42-5864-0C94-C472-044BC399435B}"/>
                    </a:ext>
                  </a:extLst>
                </p:cNvPr>
                <p:cNvSpPr/>
                <p:nvPr/>
              </p:nvSpPr>
              <p:spPr>
                <a:xfrm>
                  <a:off x="2062975" y="2727251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61" name="Oval 260">
                  <a:extLst>
                    <a:ext uri="{FF2B5EF4-FFF2-40B4-BE49-F238E27FC236}">
                      <a16:creationId xmlns:a16="http://schemas.microsoft.com/office/drawing/2014/main" id="{79E37E27-2309-0440-9245-A561EA240138}"/>
                    </a:ext>
                  </a:extLst>
                </p:cNvPr>
                <p:cNvSpPr/>
                <p:nvPr/>
              </p:nvSpPr>
              <p:spPr>
                <a:xfrm>
                  <a:off x="1993124" y="2152800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62" name="Oval 261">
                  <a:extLst>
                    <a:ext uri="{FF2B5EF4-FFF2-40B4-BE49-F238E27FC236}">
                      <a16:creationId xmlns:a16="http://schemas.microsoft.com/office/drawing/2014/main" id="{969E1E93-87CD-3922-D650-0EE7BE29AD15}"/>
                    </a:ext>
                  </a:extLst>
                </p:cNvPr>
                <p:cNvSpPr/>
                <p:nvPr/>
              </p:nvSpPr>
              <p:spPr>
                <a:xfrm>
                  <a:off x="2333650" y="2711738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63" name="Oval 262">
                  <a:extLst>
                    <a:ext uri="{FF2B5EF4-FFF2-40B4-BE49-F238E27FC236}">
                      <a16:creationId xmlns:a16="http://schemas.microsoft.com/office/drawing/2014/main" id="{02EE8D1F-DDA5-5786-18E9-ED384E60E802}"/>
                    </a:ext>
                  </a:extLst>
                </p:cNvPr>
                <p:cNvSpPr/>
                <p:nvPr/>
              </p:nvSpPr>
              <p:spPr>
                <a:xfrm>
                  <a:off x="2482929" y="2938318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64" name="Oval 263">
                  <a:extLst>
                    <a:ext uri="{FF2B5EF4-FFF2-40B4-BE49-F238E27FC236}">
                      <a16:creationId xmlns:a16="http://schemas.microsoft.com/office/drawing/2014/main" id="{E249FE46-0D96-5CBB-C16E-ABE89A00B579}"/>
                    </a:ext>
                  </a:extLst>
                </p:cNvPr>
                <p:cNvSpPr/>
                <p:nvPr/>
              </p:nvSpPr>
              <p:spPr>
                <a:xfrm>
                  <a:off x="2054843" y="2487342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65" name="Oval 264">
                  <a:extLst>
                    <a:ext uri="{FF2B5EF4-FFF2-40B4-BE49-F238E27FC236}">
                      <a16:creationId xmlns:a16="http://schemas.microsoft.com/office/drawing/2014/main" id="{9927B67B-3E06-EC60-2795-D55D6BCBBDFF}"/>
                    </a:ext>
                  </a:extLst>
                </p:cNvPr>
                <p:cNvSpPr/>
                <p:nvPr/>
              </p:nvSpPr>
              <p:spPr>
                <a:xfrm>
                  <a:off x="2185825" y="2605901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244" name="Oval 243">
                <a:extLst>
                  <a:ext uri="{FF2B5EF4-FFF2-40B4-BE49-F238E27FC236}">
                    <a16:creationId xmlns:a16="http://schemas.microsoft.com/office/drawing/2014/main" id="{3DE18748-3EBD-0654-7500-E6BD255424C9}"/>
                  </a:ext>
                </a:extLst>
              </p:cNvPr>
              <p:cNvSpPr/>
              <p:nvPr/>
            </p:nvSpPr>
            <p:spPr>
              <a:xfrm>
                <a:off x="1842746" y="3004544"/>
                <a:ext cx="139702" cy="13970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95000"/>
                  </a:schemeClr>
                </a:solidFill>
                <a:tailEnd w="med" len="sm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i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45" name="Group 244">
                <a:extLst>
                  <a:ext uri="{FF2B5EF4-FFF2-40B4-BE49-F238E27FC236}">
                    <a16:creationId xmlns:a16="http://schemas.microsoft.com/office/drawing/2014/main" id="{3171A42B-8CC7-5D7E-6DC5-A66BCFC8AC3E}"/>
                  </a:ext>
                </a:extLst>
              </p:cNvPr>
              <p:cNvGrpSpPr/>
              <p:nvPr/>
            </p:nvGrpSpPr>
            <p:grpSpPr>
              <a:xfrm>
                <a:off x="1334597" y="2367589"/>
                <a:ext cx="521275" cy="613943"/>
                <a:chOff x="2062975" y="2532507"/>
                <a:chExt cx="521275" cy="613943"/>
              </a:xfrm>
              <a:grpFill/>
            </p:grpSpPr>
            <p:sp>
              <p:nvSpPr>
                <p:cNvPr id="254" name="Oval 253">
                  <a:extLst>
                    <a:ext uri="{FF2B5EF4-FFF2-40B4-BE49-F238E27FC236}">
                      <a16:creationId xmlns:a16="http://schemas.microsoft.com/office/drawing/2014/main" id="{4A570149-5E2A-6268-A25F-D260D5545E4C}"/>
                    </a:ext>
                  </a:extLst>
                </p:cNvPr>
                <p:cNvSpPr/>
                <p:nvPr/>
              </p:nvSpPr>
              <p:spPr>
                <a:xfrm>
                  <a:off x="2062975" y="2727251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55" name="Oval 254">
                  <a:extLst>
                    <a:ext uri="{FF2B5EF4-FFF2-40B4-BE49-F238E27FC236}">
                      <a16:creationId xmlns:a16="http://schemas.microsoft.com/office/drawing/2014/main" id="{0F4F1108-4207-18EF-DC6A-C33ADC4325E8}"/>
                    </a:ext>
                  </a:extLst>
                </p:cNvPr>
                <p:cNvSpPr/>
                <p:nvPr/>
              </p:nvSpPr>
              <p:spPr>
                <a:xfrm>
                  <a:off x="2215375" y="2879651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56" name="Oval 255">
                  <a:extLst>
                    <a:ext uri="{FF2B5EF4-FFF2-40B4-BE49-F238E27FC236}">
                      <a16:creationId xmlns:a16="http://schemas.microsoft.com/office/drawing/2014/main" id="{0532EF29-0C21-BE27-BF34-9889597966E5}"/>
                    </a:ext>
                  </a:extLst>
                </p:cNvPr>
                <p:cNvSpPr/>
                <p:nvPr/>
              </p:nvSpPr>
              <p:spPr>
                <a:xfrm>
                  <a:off x="2292148" y="2657400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57" name="Oval 256">
                  <a:extLst>
                    <a:ext uri="{FF2B5EF4-FFF2-40B4-BE49-F238E27FC236}">
                      <a16:creationId xmlns:a16="http://schemas.microsoft.com/office/drawing/2014/main" id="{18C47DB5-DF0B-1C65-EB1A-8C987574F4C6}"/>
                    </a:ext>
                  </a:extLst>
                </p:cNvPr>
                <p:cNvSpPr/>
                <p:nvPr/>
              </p:nvSpPr>
              <p:spPr>
                <a:xfrm>
                  <a:off x="2444548" y="2809800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58" name="Oval 257">
                  <a:extLst>
                    <a:ext uri="{FF2B5EF4-FFF2-40B4-BE49-F238E27FC236}">
                      <a16:creationId xmlns:a16="http://schemas.microsoft.com/office/drawing/2014/main" id="{FC19313C-405F-AD64-718D-2C8F077F35F5}"/>
                    </a:ext>
                  </a:extLst>
                </p:cNvPr>
                <p:cNvSpPr/>
                <p:nvPr/>
              </p:nvSpPr>
              <p:spPr>
                <a:xfrm>
                  <a:off x="2416273" y="3006748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59" name="Oval 258">
                  <a:extLst>
                    <a:ext uri="{FF2B5EF4-FFF2-40B4-BE49-F238E27FC236}">
                      <a16:creationId xmlns:a16="http://schemas.microsoft.com/office/drawing/2014/main" id="{B4A74B1C-9A8E-3252-7983-B8AE50897573}"/>
                    </a:ext>
                  </a:extLst>
                </p:cNvPr>
                <p:cNvSpPr/>
                <p:nvPr/>
              </p:nvSpPr>
              <p:spPr>
                <a:xfrm>
                  <a:off x="2124171" y="2532507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46" name="Group 245">
                <a:extLst>
                  <a:ext uri="{FF2B5EF4-FFF2-40B4-BE49-F238E27FC236}">
                    <a16:creationId xmlns:a16="http://schemas.microsoft.com/office/drawing/2014/main" id="{B4F10A7B-2E6D-1FC9-B929-678E90F8E2E4}"/>
                  </a:ext>
                </a:extLst>
              </p:cNvPr>
              <p:cNvGrpSpPr/>
              <p:nvPr/>
            </p:nvGrpSpPr>
            <p:grpSpPr>
              <a:xfrm>
                <a:off x="1156509" y="2404877"/>
                <a:ext cx="629512" cy="796702"/>
                <a:chOff x="1954738" y="2152800"/>
                <a:chExt cx="629512" cy="796702"/>
              </a:xfrm>
              <a:grpFill/>
            </p:grpSpPr>
            <p:sp>
              <p:nvSpPr>
                <p:cNvPr id="248" name="Oval 247">
                  <a:extLst>
                    <a:ext uri="{FF2B5EF4-FFF2-40B4-BE49-F238E27FC236}">
                      <a16:creationId xmlns:a16="http://schemas.microsoft.com/office/drawing/2014/main" id="{8091B072-998F-80C0-A640-FE2575767B47}"/>
                    </a:ext>
                  </a:extLst>
                </p:cNvPr>
                <p:cNvSpPr/>
                <p:nvPr/>
              </p:nvSpPr>
              <p:spPr>
                <a:xfrm>
                  <a:off x="2062975" y="2727251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49" name="Oval 248">
                  <a:extLst>
                    <a:ext uri="{FF2B5EF4-FFF2-40B4-BE49-F238E27FC236}">
                      <a16:creationId xmlns:a16="http://schemas.microsoft.com/office/drawing/2014/main" id="{A82F131D-AC56-90A8-C350-13D3E1326A0A}"/>
                    </a:ext>
                  </a:extLst>
                </p:cNvPr>
                <p:cNvSpPr/>
                <p:nvPr/>
              </p:nvSpPr>
              <p:spPr>
                <a:xfrm>
                  <a:off x="2292148" y="2657400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50" name="Oval 249">
                  <a:extLst>
                    <a:ext uri="{FF2B5EF4-FFF2-40B4-BE49-F238E27FC236}">
                      <a16:creationId xmlns:a16="http://schemas.microsoft.com/office/drawing/2014/main" id="{229E6712-E509-764A-BC52-103B43EF4CA3}"/>
                    </a:ext>
                  </a:extLst>
                </p:cNvPr>
                <p:cNvSpPr/>
                <p:nvPr/>
              </p:nvSpPr>
              <p:spPr>
                <a:xfrm>
                  <a:off x="2444548" y="2809800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51" name="Oval 250">
                  <a:extLst>
                    <a:ext uri="{FF2B5EF4-FFF2-40B4-BE49-F238E27FC236}">
                      <a16:creationId xmlns:a16="http://schemas.microsoft.com/office/drawing/2014/main" id="{B200C7E5-07F5-E241-F166-B7D6CC4835BF}"/>
                    </a:ext>
                  </a:extLst>
                </p:cNvPr>
                <p:cNvSpPr/>
                <p:nvPr/>
              </p:nvSpPr>
              <p:spPr>
                <a:xfrm>
                  <a:off x="1954738" y="2392805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52" name="Oval 251">
                  <a:extLst>
                    <a:ext uri="{FF2B5EF4-FFF2-40B4-BE49-F238E27FC236}">
                      <a16:creationId xmlns:a16="http://schemas.microsoft.com/office/drawing/2014/main" id="{9AF0A520-FE0D-E28A-A450-C65D05EB8656}"/>
                    </a:ext>
                  </a:extLst>
                </p:cNvPr>
                <p:cNvSpPr/>
                <p:nvPr/>
              </p:nvSpPr>
              <p:spPr>
                <a:xfrm>
                  <a:off x="2124171" y="2539469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53" name="Oval 252">
                  <a:extLst>
                    <a:ext uri="{FF2B5EF4-FFF2-40B4-BE49-F238E27FC236}">
                      <a16:creationId xmlns:a16="http://schemas.microsoft.com/office/drawing/2014/main" id="{3B861A74-35B8-84B7-FC32-96F265BF01CC}"/>
                    </a:ext>
                  </a:extLst>
                </p:cNvPr>
                <p:cNvSpPr/>
                <p:nvPr/>
              </p:nvSpPr>
              <p:spPr>
                <a:xfrm>
                  <a:off x="1993124" y="2152800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247" name="Oval 246">
                <a:extLst>
                  <a:ext uri="{FF2B5EF4-FFF2-40B4-BE49-F238E27FC236}">
                    <a16:creationId xmlns:a16="http://schemas.microsoft.com/office/drawing/2014/main" id="{03BF26CE-AF97-72CB-839A-706140A00A3A}"/>
                  </a:ext>
                </a:extLst>
              </p:cNvPr>
              <p:cNvSpPr/>
              <p:nvPr/>
            </p:nvSpPr>
            <p:spPr>
              <a:xfrm>
                <a:off x="1114368" y="2839626"/>
                <a:ext cx="139702" cy="13970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95000"/>
                  </a:schemeClr>
                </a:solidFill>
                <a:tailEnd w="med" len="sm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i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B4EE1A7D-B5AF-4FF2-955C-D4F0A110361C}"/>
                </a:ext>
              </a:extLst>
            </p:cNvPr>
            <p:cNvSpPr/>
            <p:nvPr/>
          </p:nvSpPr>
          <p:spPr>
            <a:xfrm rot="3868008">
              <a:off x="7424892" y="97506"/>
              <a:ext cx="114306" cy="114305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w="med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i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C5BDA0D7-B41F-8681-8166-DFDC6C96B79E}"/>
                </a:ext>
              </a:extLst>
            </p:cNvPr>
            <p:cNvCxnSpPr>
              <a:cxnSpLocks/>
              <a:stCxn id="50" idx="1"/>
              <a:endCxn id="233" idx="2"/>
            </p:cNvCxnSpPr>
            <p:nvPr/>
          </p:nvCxnSpPr>
          <p:spPr>
            <a:xfrm flipH="1" flipV="1">
              <a:off x="7372293" y="-453779"/>
              <a:ext cx="128798" cy="554552"/>
            </a:xfrm>
            <a:prstGeom prst="straightConnector1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ECC49493-A724-4668-8AAC-AA3D5C53150B}"/>
                </a:ext>
              </a:extLst>
            </p:cNvPr>
            <p:cNvCxnSpPr>
              <a:cxnSpLocks/>
              <a:stCxn id="50" idx="1"/>
              <a:endCxn id="232" idx="3"/>
            </p:cNvCxnSpPr>
            <p:nvPr/>
          </p:nvCxnSpPr>
          <p:spPr>
            <a:xfrm flipH="1" flipV="1">
              <a:off x="7453868" y="-437202"/>
              <a:ext cx="47223" cy="537975"/>
            </a:xfrm>
            <a:prstGeom prst="straightConnector1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CA493B9B-C60D-D45B-1719-549AFFD5B520}"/>
                </a:ext>
              </a:extLst>
            </p:cNvPr>
            <p:cNvCxnSpPr>
              <a:cxnSpLocks/>
              <a:stCxn id="50" idx="1"/>
              <a:endCxn id="235" idx="4"/>
            </p:cNvCxnSpPr>
            <p:nvPr/>
          </p:nvCxnSpPr>
          <p:spPr>
            <a:xfrm flipV="1">
              <a:off x="7501091" y="-423883"/>
              <a:ext cx="27942" cy="524656"/>
            </a:xfrm>
            <a:prstGeom prst="straightConnector1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05BD0E60-4A88-928A-BF7E-787C7F69BC92}"/>
                </a:ext>
              </a:extLst>
            </p:cNvPr>
            <p:cNvCxnSpPr>
              <a:cxnSpLocks/>
              <a:stCxn id="50" idx="1"/>
              <a:endCxn id="214" idx="3"/>
            </p:cNvCxnSpPr>
            <p:nvPr/>
          </p:nvCxnSpPr>
          <p:spPr>
            <a:xfrm flipV="1">
              <a:off x="7501091" y="-316321"/>
              <a:ext cx="101844" cy="417094"/>
            </a:xfrm>
            <a:prstGeom prst="straightConnector1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A2584F16-636E-3AAD-B4B2-66104AC94998}"/>
                </a:ext>
              </a:extLst>
            </p:cNvPr>
            <p:cNvCxnSpPr>
              <a:cxnSpLocks/>
              <a:stCxn id="50" idx="1"/>
              <a:endCxn id="230" idx="3"/>
            </p:cNvCxnSpPr>
            <p:nvPr/>
          </p:nvCxnSpPr>
          <p:spPr>
            <a:xfrm flipV="1">
              <a:off x="7501091" y="-328009"/>
              <a:ext cx="441" cy="428782"/>
            </a:xfrm>
            <a:prstGeom prst="straightConnector1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D2A50C0E-106E-EB88-AE87-71C47715F2EE}"/>
                </a:ext>
              </a:extLst>
            </p:cNvPr>
            <p:cNvCxnSpPr>
              <a:cxnSpLocks/>
              <a:stCxn id="50" idx="1"/>
              <a:endCxn id="240" idx="3"/>
            </p:cNvCxnSpPr>
            <p:nvPr/>
          </p:nvCxnSpPr>
          <p:spPr>
            <a:xfrm flipH="1" flipV="1">
              <a:off x="7416745" y="-532380"/>
              <a:ext cx="84346" cy="633153"/>
            </a:xfrm>
            <a:prstGeom prst="straightConnector1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12F1B787-EB33-95FD-DFD9-AF977075D588}"/>
                </a:ext>
              </a:extLst>
            </p:cNvPr>
            <p:cNvCxnSpPr>
              <a:cxnSpLocks/>
              <a:stCxn id="50" idx="1"/>
              <a:endCxn id="220" idx="3"/>
            </p:cNvCxnSpPr>
            <p:nvPr/>
          </p:nvCxnSpPr>
          <p:spPr>
            <a:xfrm flipV="1">
              <a:off x="7501091" y="-223551"/>
              <a:ext cx="143657" cy="324324"/>
            </a:xfrm>
            <a:prstGeom prst="straightConnector1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51D36D6C-B287-097D-95F6-AC8D4488148B}"/>
                </a:ext>
              </a:extLst>
            </p:cNvPr>
            <p:cNvCxnSpPr>
              <a:cxnSpLocks/>
              <a:stCxn id="50" idx="1"/>
              <a:endCxn id="219" idx="4"/>
            </p:cNvCxnSpPr>
            <p:nvPr/>
          </p:nvCxnSpPr>
          <p:spPr>
            <a:xfrm flipV="1">
              <a:off x="7501091" y="-227260"/>
              <a:ext cx="226816" cy="328033"/>
            </a:xfrm>
            <a:prstGeom prst="straightConnector1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A30A1A25-005A-74F6-4C52-98EC317910A2}"/>
                </a:ext>
              </a:extLst>
            </p:cNvPr>
            <p:cNvCxnSpPr>
              <a:cxnSpLocks/>
              <a:stCxn id="50" idx="1"/>
              <a:endCxn id="218" idx="4"/>
            </p:cNvCxnSpPr>
            <p:nvPr/>
          </p:nvCxnSpPr>
          <p:spPr>
            <a:xfrm flipV="1">
              <a:off x="7501091" y="-118067"/>
              <a:ext cx="274481" cy="218840"/>
            </a:xfrm>
            <a:prstGeom prst="straightConnector1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5489CD9A-B7E0-0808-923F-323F296721BE}"/>
                </a:ext>
              </a:extLst>
            </p:cNvPr>
            <p:cNvCxnSpPr>
              <a:cxnSpLocks/>
              <a:stCxn id="50" idx="1"/>
              <a:endCxn id="217" idx="4"/>
            </p:cNvCxnSpPr>
            <p:nvPr/>
          </p:nvCxnSpPr>
          <p:spPr>
            <a:xfrm flipV="1">
              <a:off x="7501091" y="-106379"/>
              <a:ext cx="375883" cy="207153"/>
            </a:xfrm>
            <a:prstGeom prst="straightConnector1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CC422340-2080-ECB4-3D27-CB742741AD1E}"/>
                </a:ext>
              </a:extLst>
            </p:cNvPr>
            <p:cNvCxnSpPr>
              <a:cxnSpLocks/>
              <a:stCxn id="50" idx="1"/>
              <a:endCxn id="222" idx="4"/>
            </p:cNvCxnSpPr>
            <p:nvPr/>
          </p:nvCxnSpPr>
          <p:spPr>
            <a:xfrm flipV="1">
              <a:off x="7501091" y="-201885"/>
              <a:ext cx="325677" cy="302658"/>
            </a:xfrm>
            <a:prstGeom prst="straightConnector1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FED3BC77-DC00-6534-013D-45F24D9B90EC}"/>
                </a:ext>
              </a:extLst>
            </p:cNvPr>
            <p:cNvCxnSpPr>
              <a:cxnSpLocks/>
              <a:stCxn id="50" idx="1"/>
              <a:endCxn id="221" idx="4"/>
            </p:cNvCxnSpPr>
            <p:nvPr/>
          </p:nvCxnSpPr>
          <p:spPr>
            <a:xfrm flipV="1">
              <a:off x="7501091" y="-185246"/>
              <a:ext cx="435870" cy="286019"/>
            </a:xfrm>
            <a:prstGeom prst="straightConnector1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90B1CC0A-6154-D9E1-ABEE-02E122A6EA9F}"/>
                </a:ext>
              </a:extLst>
            </p:cNvPr>
            <p:cNvCxnSpPr>
              <a:cxnSpLocks/>
              <a:stCxn id="50" idx="1"/>
              <a:endCxn id="224" idx="4"/>
            </p:cNvCxnSpPr>
            <p:nvPr/>
          </p:nvCxnSpPr>
          <p:spPr>
            <a:xfrm flipV="1">
              <a:off x="7501091" y="-279234"/>
              <a:ext cx="409514" cy="380007"/>
            </a:xfrm>
            <a:prstGeom prst="straightConnector1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5A3BE046-6059-918E-AEA3-96118C75B5AF}"/>
                </a:ext>
              </a:extLst>
            </p:cNvPr>
            <p:cNvCxnSpPr>
              <a:cxnSpLocks/>
              <a:stCxn id="50" idx="1"/>
              <a:endCxn id="225" idx="4"/>
            </p:cNvCxnSpPr>
            <p:nvPr/>
          </p:nvCxnSpPr>
          <p:spPr>
            <a:xfrm flipV="1">
              <a:off x="7501091" y="-287582"/>
              <a:ext cx="302659" cy="388355"/>
            </a:xfrm>
            <a:prstGeom prst="straightConnector1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13958456-CBE4-36A2-50EE-EF0756454DC5}"/>
                </a:ext>
              </a:extLst>
            </p:cNvPr>
            <p:cNvCxnSpPr>
              <a:cxnSpLocks/>
              <a:stCxn id="50" idx="1"/>
              <a:endCxn id="228" idx="3"/>
            </p:cNvCxnSpPr>
            <p:nvPr/>
          </p:nvCxnSpPr>
          <p:spPr>
            <a:xfrm flipV="1">
              <a:off x="7501091" y="-310381"/>
              <a:ext cx="213389" cy="411154"/>
            </a:xfrm>
            <a:prstGeom prst="straightConnector1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B99E1F50-B270-93A7-22AA-A2577BF313EB}"/>
                </a:ext>
              </a:extLst>
            </p:cNvPr>
            <p:cNvCxnSpPr>
              <a:cxnSpLocks/>
              <a:stCxn id="50" idx="1"/>
              <a:endCxn id="234" idx="3"/>
            </p:cNvCxnSpPr>
            <p:nvPr/>
          </p:nvCxnSpPr>
          <p:spPr>
            <a:xfrm flipV="1">
              <a:off x="7501091" y="-395188"/>
              <a:ext cx="161830" cy="495961"/>
            </a:xfrm>
            <a:prstGeom prst="straightConnector1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BAE78905-7187-1084-49BD-BCF4EB34E895}"/>
                </a:ext>
              </a:extLst>
            </p:cNvPr>
            <p:cNvCxnSpPr>
              <a:cxnSpLocks/>
              <a:stCxn id="50" idx="1"/>
              <a:endCxn id="236" idx="3"/>
            </p:cNvCxnSpPr>
            <p:nvPr/>
          </p:nvCxnSpPr>
          <p:spPr>
            <a:xfrm flipV="1">
              <a:off x="7501091" y="-489177"/>
              <a:ext cx="135474" cy="589950"/>
            </a:xfrm>
            <a:prstGeom prst="straightConnector1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DF9AA5EE-23CA-3140-A933-B16543389A9B}"/>
                </a:ext>
              </a:extLst>
            </p:cNvPr>
            <p:cNvCxnSpPr>
              <a:cxnSpLocks/>
              <a:stCxn id="50" idx="1"/>
              <a:endCxn id="227" idx="3"/>
            </p:cNvCxnSpPr>
            <p:nvPr/>
          </p:nvCxnSpPr>
          <p:spPr>
            <a:xfrm flipV="1">
              <a:off x="7501091" y="-384719"/>
              <a:ext cx="278689" cy="485492"/>
            </a:xfrm>
            <a:prstGeom prst="straightConnector1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A1F982D8-6989-5CE3-28D5-99477107E731}"/>
                </a:ext>
              </a:extLst>
            </p:cNvPr>
            <p:cNvCxnSpPr>
              <a:cxnSpLocks/>
              <a:stCxn id="50" idx="1"/>
              <a:endCxn id="226" idx="3"/>
            </p:cNvCxnSpPr>
            <p:nvPr/>
          </p:nvCxnSpPr>
          <p:spPr>
            <a:xfrm flipV="1">
              <a:off x="7501091" y="-376371"/>
              <a:ext cx="385544" cy="477144"/>
            </a:xfrm>
            <a:prstGeom prst="straightConnector1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6C56BC00-32E9-9F20-5B96-FCD69CD0F29F}"/>
                </a:ext>
              </a:extLst>
            </p:cNvPr>
            <p:cNvCxnSpPr>
              <a:cxnSpLocks/>
              <a:stCxn id="50" idx="1"/>
              <a:endCxn id="223" idx="4"/>
            </p:cNvCxnSpPr>
            <p:nvPr/>
          </p:nvCxnSpPr>
          <p:spPr>
            <a:xfrm flipV="1">
              <a:off x="7501091" y="-277321"/>
              <a:ext cx="514176" cy="378094"/>
            </a:xfrm>
            <a:prstGeom prst="straightConnector1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3F25711C-FA68-E062-67F4-AB1D66FBB4E3}"/>
                </a:ext>
              </a:extLst>
            </p:cNvPr>
            <p:cNvCxnSpPr>
              <a:cxnSpLocks/>
              <a:stCxn id="50" idx="1"/>
              <a:endCxn id="229" idx="3"/>
            </p:cNvCxnSpPr>
            <p:nvPr/>
          </p:nvCxnSpPr>
          <p:spPr>
            <a:xfrm flipV="1">
              <a:off x="7501091" y="-353247"/>
              <a:ext cx="487037" cy="454020"/>
            </a:xfrm>
            <a:prstGeom prst="straightConnector1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13DC394E-6685-37DE-D285-2D7787C3AF68}"/>
                </a:ext>
              </a:extLst>
            </p:cNvPr>
            <p:cNvCxnSpPr>
              <a:cxnSpLocks/>
              <a:stCxn id="50" idx="1"/>
              <a:endCxn id="231" idx="3"/>
            </p:cNvCxnSpPr>
            <p:nvPr/>
          </p:nvCxnSpPr>
          <p:spPr>
            <a:xfrm flipV="1">
              <a:off x="7501091" y="-487263"/>
              <a:ext cx="240137" cy="588036"/>
            </a:xfrm>
            <a:prstGeom prst="straightConnector1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730A5B51-5273-DDF0-BBB6-CF21814932A6}"/>
                </a:ext>
              </a:extLst>
            </p:cNvPr>
            <p:cNvCxnSpPr>
              <a:cxnSpLocks/>
              <a:stCxn id="50" idx="1"/>
              <a:endCxn id="241" idx="3"/>
            </p:cNvCxnSpPr>
            <p:nvPr/>
          </p:nvCxnSpPr>
          <p:spPr>
            <a:xfrm flipV="1">
              <a:off x="7501091" y="-575245"/>
              <a:ext cx="189302" cy="676018"/>
            </a:xfrm>
            <a:prstGeom prst="straightConnector1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F05864D9-CB28-055D-D9F2-64E3A841FC54}"/>
                </a:ext>
              </a:extLst>
            </p:cNvPr>
            <p:cNvCxnSpPr>
              <a:cxnSpLocks/>
              <a:stCxn id="50" idx="1"/>
              <a:endCxn id="238" idx="3"/>
            </p:cNvCxnSpPr>
            <p:nvPr/>
          </p:nvCxnSpPr>
          <p:spPr>
            <a:xfrm flipV="1">
              <a:off x="7501091" y="-598370"/>
              <a:ext cx="87809" cy="699143"/>
            </a:xfrm>
            <a:prstGeom prst="straightConnector1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1899DAA8-FF18-1965-4793-3B20AC6B468F}"/>
                </a:ext>
              </a:extLst>
            </p:cNvPr>
            <p:cNvCxnSpPr>
              <a:cxnSpLocks/>
              <a:stCxn id="50" idx="1"/>
              <a:endCxn id="239" idx="3"/>
            </p:cNvCxnSpPr>
            <p:nvPr/>
          </p:nvCxnSpPr>
          <p:spPr>
            <a:xfrm flipH="1" flipV="1">
              <a:off x="7482046" y="-606718"/>
              <a:ext cx="19046" cy="707491"/>
            </a:xfrm>
            <a:prstGeom prst="straightConnector1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7DF2E3F4-6A63-E666-B528-919F1274A6D9}"/>
                </a:ext>
              </a:extLst>
            </p:cNvPr>
            <p:cNvCxnSpPr>
              <a:cxnSpLocks/>
              <a:stCxn id="50" idx="1"/>
              <a:endCxn id="237" idx="3"/>
            </p:cNvCxnSpPr>
            <p:nvPr/>
          </p:nvCxnSpPr>
          <p:spPr>
            <a:xfrm flipV="1">
              <a:off x="7501091" y="-497524"/>
              <a:ext cx="28620" cy="598297"/>
            </a:xfrm>
            <a:prstGeom prst="straightConnector1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FEBD59CA-107F-7682-0E3D-62F4B644625D}"/>
                </a:ext>
              </a:extLst>
            </p:cNvPr>
            <p:cNvGrpSpPr/>
            <p:nvPr/>
          </p:nvGrpSpPr>
          <p:grpSpPr>
            <a:xfrm rot="2968008" flipH="1">
              <a:off x="7338982" y="-642424"/>
              <a:ext cx="730967" cy="496754"/>
              <a:chOff x="1114368" y="2367589"/>
              <a:chExt cx="1469882" cy="998908"/>
            </a:xfrm>
            <a:solidFill>
              <a:schemeClr val="accent4">
                <a:lumMod val="20000"/>
                <a:lumOff val="80000"/>
              </a:schemeClr>
            </a:solidFill>
          </p:grpSpPr>
          <p:grpSp>
            <p:nvGrpSpPr>
              <p:cNvPr id="212" name="Group 211">
                <a:extLst>
                  <a:ext uri="{FF2B5EF4-FFF2-40B4-BE49-F238E27FC236}">
                    <a16:creationId xmlns:a16="http://schemas.microsoft.com/office/drawing/2014/main" id="{BCE9801B-6ACC-F101-6D0E-9F074286C201}"/>
                  </a:ext>
                </a:extLst>
              </p:cNvPr>
              <p:cNvGrpSpPr/>
              <p:nvPr/>
            </p:nvGrpSpPr>
            <p:grpSpPr>
              <a:xfrm>
                <a:off x="2062975" y="2532507"/>
                <a:ext cx="521275" cy="613943"/>
                <a:chOff x="2062975" y="2532507"/>
                <a:chExt cx="521275" cy="613943"/>
              </a:xfrm>
              <a:grpFill/>
            </p:grpSpPr>
            <p:sp>
              <p:nvSpPr>
                <p:cNvPr id="236" name="Oval 235">
                  <a:extLst>
                    <a:ext uri="{FF2B5EF4-FFF2-40B4-BE49-F238E27FC236}">
                      <a16:creationId xmlns:a16="http://schemas.microsoft.com/office/drawing/2014/main" id="{BC456836-E071-AE44-CDE6-CD341CC8005D}"/>
                    </a:ext>
                  </a:extLst>
                </p:cNvPr>
                <p:cNvSpPr/>
                <p:nvPr/>
              </p:nvSpPr>
              <p:spPr>
                <a:xfrm>
                  <a:off x="2062975" y="2727251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37" name="Oval 236">
                  <a:extLst>
                    <a:ext uri="{FF2B5EF4-FFF2-40B4-BE49-F238E27FC236}">
                      <a16:creationId xmlns:a16="http://schemas.microsoft.com/office/drawing/2014/main" id="{B62E5A41-82EA-76ED-79FE-AB82580E9231}"/>
                    </a:ext>
                  </a:extLst>
                </p:cNvPr>
                <p:cNvSpPr/>
                <p:nvPr/>
              </p:nvSpPr>
              <p:spPr>
                <a:xfrm>
                  <a:off x="2215375" y="2879651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38" name="Oval 237">
                  <a:extLst>
                    <a:ext uri="{FF2B5EF4-FFF2-40B4-BE49-F238E27FC236}">
                      <a16:creationId xmlns:a16="http://schemas.microsoft.com/office/drawing/2014/main" id="{FF1E5662-9F7F-C6C9-A290-71769D46780D}"/>
                    </a:ext>
                  </a:extLst>
                </p:cNvPr>
                <p:cNvSpPr/>
                <p:nvPr/>
              </p:nvSpPr>
              <p:spPr>
                <a:xfrm>
                  <a:off x="2292148" y="2657400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39" name="Oval 238">
                  <a:extLst>
                    <a:ext uri="{FF2B5EF4-FFF2-40B4-BE49-F238E27FC236}">
                      <a16:creationId xmlns:a16="http://schemas.microsoft.com/office/drawing/2014/main" id="{43147A26-DD46-F5AB-375C-37EE5FF46D72}"/>
                    </a:ext>
                  </a:extLst>
                </p:cNvPr>
                <p:cNvSpPr/>
                <p:nvPr/>
              </p:nvSpPr>
              <p:spPr>
                <a:xfrm>
                  <a:off x="2444548" y="2809800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40" name="Oval 239">
                  <a:extLst>
                    <a:ext uri="{FF2B5EF4-FFF2-40B4-BE49-F238E27FC236}">
                      <a16:creationId xmlns:a16="http://schemas.microsoft.com/office/drawing/2014/main" id="{74B9EA93-1A79-765F-6E1D-F3421756CBAE}"/>
                    </a:ext>
                  </a:extLst>
                </p:cNvPr>
                <p:cNvSpPr/>
                <p:nvPr/>
              </p:nvSpPr>
              <p:spPr>
                <a:xfrm>
                  <a:off x="2416273" y="3006748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41" name="Oval 240">
                  <a:extLst>
                    <a:ext uri="{FF2B5EF4-FFF2-40B4-BE49-F238E27FC236}">
                      <a16:creationId xmlns:a16="http://schemas.microsoft.com/office/drawing/2014/main" id="{41F4D99F-C193-499E-08C0-E44A0C038224}"/>
                    </a:ext>
                  </a:extLst>
                </p:cNvPr>
                <p:cNvSpPr/>
                <p:nvPr/>
              </p:nvSpPr>
              <p:spPr>
                <a:xfrm>
                  <a:off x="2124171" y="2532507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13" name="Group 212">
                <a:extLst>
                  <a:ext uri="{FF2B5EF4-FFF2-40B4-BE49-F238E27FC236}">
                    <a16:creationId xmlns:a16="http://schemas.microsoft.com/office/drawing/2014/main" id="{2032C6B0-94A2-2611-B3AE-708FA5955568}"/>
                  </a:ext>
                </a:extLst>
              </p:cNvPr>
              <p:cNvGrpSpPr/>
              <p:nvPr/>
            </p:nvGrpSpPr>
            <p:grpSpPr>
              <a:xfrm>
                <a:off x="1884887" y="2569795"/>
                <a:ext cx="629512" cy="796702"/>
                <a:chOff x="1954738" y="2152800"/>
                <a:chExt cx="629512" cy="796702"/>
              </a:xfrm>
              <a:grpFill/>
            </p:grpSpPr>
            <p:sp>
              <p:nvSpPr>
                <p:cNvPr id="230" name="Oval 229">
                  <a:extLst>
                    <a:ext uri="{FF2B5EF4-FFF2-40B4-BE49-F238E27FC236}">
                      <a16:creationId xmlns:a16="http://schemas.microsoft.com/office/drawing/2014/main" id="{668ED682-5C2C-657F-A875-C6B1F5971577}"/>
                    </a:ext>
                  </a:extLst>
                </p:cNvPr>
                <p:cNvSpPr/>
                <p:nvPr/>
              </p:nvSpPr>
              <p:spPr>
                <a:xfrm>
                  <a:off x="2062975" y="2727251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31" name="Oval 230">
                  <a:extLst>
                    <a:ext uri="{FF2B5EF4-FFF2-40B4-BE49-F238E27FC236}">
                      <a16:creationId xmlns:a16="http://schemas.microsoft.com/office/drawing/2014/main" id="{FD402942-DB27-0387-90C5-17A37B6B3C0C}"/>
                    </a:ext>
                  </a:extLst>
                </p:cNvPr>
                <p:cNvSpPr/>
                <p:nvPr/>
              </p:nvSpPr>
              <p:spPr>
                <a:xfrm>
                  <a:off x="1993124" y="2152800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32" name="Oval 231">
                  <a:extLst>
                    <a:ext uri="{FF2B5EF4-FFF2-40B4-BE49-F238E27FC236}">
                      <a16:creationId xmlns:a16="http://schemas.microsoft.com/office/drawing/2014/main" id="{38F3C05D-2BB7-9A77-719D-E922BF65C781}"/>
                    </a:ext>
                  </a:extLst>
                </p:cNvPr>
                <p:cNvSpPr/>
                <p:nvPr/>
              </p:nvSpPr>
              <p:spPr>
                <a:xfrm>
                  <a:off x="2292148" y="2657400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33" name="Oval 232">
                  <a:extLst>
                    <a:ext uri="{FF2B5EF4-FFF2-40B4-BE49-F238E27FC236}">
                      <a16:creationId xmlns:a16="http://schemas.microsoft.com/office/drawing/2014/main" id="{B2DFBFDF-3C19-848D-3B84-C43C9B150B52}"/>
                    </a:ext>
                  </a:extLst>
                </p:cNvPr>
                <p:cNvSpPr/>
                <p:nvPr/>
              </p:nvSpPr>
              <p:spPr>
                <a:xfrm>
                  <a:off x="2444548" y="2809800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34" name="Oval 233">
                  <a:extLst>
                    <a:ext uri="{FF2B5EF4-FFF2-40B4-BE49-F238E27FC236}">
                      <a16:creationId xmlns:a16="http://schemas.microsoft.com/office/drawing/2014/main" id="{2A2394FF-9601-49C6-623F-5E5B7FFECA6B}"/>
                    </a:ext>
                  </a:extLst>
                </p:cNvPr>
                <p:cNvSpPr/>
                <p:nvPr/>
              </p:nvSpPr>
              <p:spPr>
                <a:xfrm>
                  <a:off x="1954738" y="2392805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35" name="Oval 234">
                  <a:extLst>
                    <a:ext uri="{FF2B5EF4-FFF2-40B4-BE49-F238E27FC236}">
                      <a16:creationId xmlns:a16="http://schemas.microsoft.com/office/drawing/2014/main" id="{5DD018DF-FC75-5503-FDFE-31C821C0DACB}"/>
                    </a:ext>
                  </a:extLst>
                </p:cNvPr>
                <p:cNvSpPr/>
                <p:nvPr/>
              </p:nvSpPr>
              <p:spPr>
                <a:xfrm>
                  <a:off x="2124171" y="2539469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214" name="Oval 213">
                <a:extLst>
                  <a:ext uri="{FF2B5EF4-FFF2-40B4-BE49-F238E27FC236}">
                    <a16:creationId xmlns:a16="http://schemas.microsoft.com/office/drawing/2014/main" id="{5140ED8D-682C-C77A-28F9-AFC41EFD16FE}"/>
                  </a:ext>
                </a:extLst>
              </p:cNvPr>
              <p:cNvSpPr/>
              <p:nvPr/>
            </p:nvSpPr>
            <p:spPr>
              <a:xfrm>
                <a:off x="1842746" y="3004544"/>
                <a:ext cx="139702" cy="13970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95000"/>
                  </a:schemeClr>
                </a:solidFill>
                <a:tailEnd w="med" len="sm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i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15" name="Group 214">
                <a:extLst>
                  <a:ext uri="{FF2B5EF4-FFF2-40B4-BE49-F238E27FC236}">
                    <a16:creationId xmlns:a16="http://schemas.microsoft.com/office/drawing/2014/main" id="{839EEA81-A9ED-C96D-29FA-4BAC257389DF}"/>
                  </a:ext>
                </a:extLst>
              </p:cNvPr>
              <p:cNvGrpSpPr/>
              <p:nvPr/>
            </p:nvGrpSpPr>
            <p:grpSpPr>
              <a:xfrm>
                <a:off x="1334597" y="2367589"/>
                <a:ext cx="521275" cy="613943"/>
                <a:chOff x="2062975" y="2532507"/>
                <a:chExt cx="521275" cy="613943"/>
              </a:xfrm>
              <a:grpFill/>
            </p:grpSpPr>
            <p:sp>
              <p:nvSpPr>
                <p:cNvPr id="224" name="Oval 223">
                  <a:extLst>
                    <a:ext uri="{FF2B5EF4-FFF2-40B4-BE49-F238E27FC236}">
                      <a16:creationId xmlns:a16="http://schemas.microsoft.com/office/drawing/2014/main" id="{55489B8B-C679-D80A-F0BA-A19BC4D09267}"/>
                    </a:ext>
                  </a:extLst>
                </p:cNvPr>
                <p:cNvSpPr/>
                <p:nvPr/>
              </p:nvSpPr>
              <p:spPr>
                <a:xfrm>
                  <a:off x="2062975" y="2727251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5" name="Oval 224">
                  <a:extLst>
                    <a:ext uri="{FF2B5EF4-FFF2-40B4-BE49-F238E27FC236}">
                      <a16:creationId xmlns:a16="http://schemas.microsoft.com/office/drawing/2014/main" id="{F5CCD41B-0ED3-B3F8-8928-4C81E89FC65B}"/>
                    </a:ext>
                  </a:extLst>
                </p:cNvPr>
                <p:cNvSpPr/>
                <p:nvPr/>
              </p:nvSpPr>
              <p:spPr>
                <a:xfrm>
                  <a:off x="2215375" y="2879651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6" name="Oval 225">
                  <a:extLst>
                    <a:ext uri="{FF2B5EF4-FFF2-40B4-BE49-F238E27FC236}">
                      <a16:creationId xmlns:a16="http://schemas.microsoft.com/office/drawing/2014/main" id="{87567E55-CBD9-3286-EF23-EA89CB8BA76D}"/>
                    </a:ext>
                  </a:extLst>
                </p:cNvPr>
                <p:cNvSpPr/>
                <p:nvPr/>
              </p:nvSpPr>
              <p:spPr>
                <a:xfrm>
                  <a:off x="2292148" y="2657400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7" name="Oval 226">
                  <a:extLst>
                    <a:ext uri="{FF2B5EF4-FFF2-40B4-BE49-F238E27FC236}">
                      <a16:creationId xmlns:a16="http://schemas.microsoft.com/office/drawing/2014/main" id="{8A0BEBFC-9144-04B7-7546-86FBA68C82D9}"/>
                    </a:ext>
                  </a:extLst>
                </p:cNvPr>
                <p:cNvSpPr/>
                <p:nvPr/>
              </p:nvSpPr>
              <p:spPr>
                <a:xfrm>
                  <a:off x="2444548" y="2809800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8" name="Oval 227">
                  <a:extLst>
                    <a:ext uri="{FF2B5EF4-FFF2-40B4-BE49-F238E27FC236}">
                      <a16:creationId xmlns:a16="http://schemas.microsoft.com/office/drawing/2014/main" id="{5841AD6D-F2E3-2630-A365-DFD2B024E149}"/>
                    </a:ext>
                  </a:extLst>
                </p:cNvPr>
                <p:cNvSpPr/>
                <p:nvPr/>
              </p:nvSpPr>
              <p:spPr>
                <a:xfrm>
                  <a:off x="2416273" y="3006748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9" name="Oval 228">
                  <a:extLst>
                    <a:ext uri="{FF2B5EF4-FFF2-40B4-BE49-F238E27FC236}">
                      <a16:creationId xmlns:a16="http://schemas.microsoft.com/office/drawing/2014/main" id="{D44B113A-AB5A-A9D6-B46A-0D34640C7AED}"/>
                    </a:ext>
                  </a:extLst>
                </p:cNvPr>
                <p:cNvSpPr/>
                <p:nvPr/>
              </p:nvSpPr>
              <p:spPr>
                <a:xfrm>
                  <a:off x="2124171" y="2532507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16" name="Group 215">
                <a:extLst>
                  <a:ext uri="{FF2B5EF4-FFF2-40B4-BE49-F238E27FC236}">
                    <a16:creationId xmlns:a16="http://schemas.microsoft.com/office/drawing/2014/main" id="{BC8C3ACD-16A1-B227-22AE-98A64A6BE7E0}"/>
                  </a:ext>
                </a:extLst>
              </p:cNvPr>
              <p:cNvGrpSpPr/>
              <p:nvPr/>
            </p:nvGrpSpPr>
            <p:grpSpPr>
              <a:xfrm>
                <a:off x="1156509" y="2404877"/>
                <a:ext cx="629512" cy="796702"/>
                <a:chOff x="1954738" y="2152800"/>
                <a:chExt cx="629512" cy="796702"/>
              </a:xfrm>
              <a:grpFill/>
            </p:grpSpPr>
            <p:sp>
              <p:nvSpPr>
                <p:cNvPr id="218" name="Oval 217">
                  <a:extLst>
                    <a:ext uri="{FF2B5EF4-FFF2-40B4-BE49-F238E27FC236}">
                      <a16:creationId xmlns:a16="http://schemas.microsoft.com/office/drawing/2014/main" id="{CA405D10-B592-8650-4483-99EF346F48B4}"/>
                    </a:ext>
                  </a:extLst>
                </p:cNvPr>
                <p:cNvSpPr/>
                <p:nvPr/>
              </p:nvSpPr>
              <p:spPr>
                <a:xfrm>
                  <a:off x="2062975" y="2727251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9" name="Oval 218">
                  <a:extLst>
                    <a:ext uri="{FF2B5EF4-FFF2-40B4-BE49-F238E27FC236}">
                      <a16:creationId xmlns:a16="http://schemas.microsoft.com/office/drawing/2014/main" id="{4AEAB94A-2AF9-B7D2-5EEC-5D8A66916386}"/>
                    </a:ext>
                  </a:extLst>
                </p:cNvPr>
                <p:cNvSpPr/>
                <p:nvPr/>
              </p:nvSpPr>
              <p:spPr>
                <a:xfrm>
                  <a:off x="2292148" y="2657400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0" name="Oval 219">
                  <a:extLst>
                    <a:ext uri="{FF2B5EF4-FFF2-40B4-BE49-F238E27FC236}">
                      <a16:creationId xmlns:a16="http://schemas.microsoft.com/office/drawing/2014/main" id="{808C4932-CAF0-6E8B-88FD-A727B2056A0B}"/>
                    </a:ext>
                  </a:extLst>
                </p:cNvPr>
                <p:cNvSpPr/>
                <p:nvPr/>
              </p:nvSpPr>
              <p:spPr>
                <a:xfrm>
                  <a:off x="2444548" y="2809800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1" name="Oval 220">
                  <a:extLst>
                    <a:ext uri="{FF2B5EF4-FFF2-40B4-BE49-F238E27FC236}">
                      <a16:creationId xmlns:a16="http://schemas.microsoft.com/office/drawing/2014/main" id="{42A3681E-01AA-2761-9DE1-2A16B422BA0A}"/>
                    </a:ext>
                  </a:extLst>
                </p:cNvPr>
                <p:cNvSpPr/>
                <p:nvPr/>
              </p:nvSpPr>
              <p:spPr>
                <a:xfrm>
                  <a:off x="1954738" y="2392805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2" name="Oval 221">
                  <a:extLst>
                    <a:ext uri="{FF2B5EF4-FFF2-40B4-BE49-F238E27FC236}">
                      <a16:creationId xmlns:a16="http://schemas.microsoft.com/office/drawing/2014/main" id="{A7BDBC15-65B6-0723-EBC6-43049AEF5C01}"/>
                    </a:ext>
                  </a:extLst>
                </p:cNvPr>
                <p:cNvSpPr/>
                <p:nvPr/>
              </p:nvSpPr>
              <p:spPr>
                <a:xfrm>
                  <a:off x="2124171" y="2539469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3" name="Oval 222">
                  <a:extLst>
                    <a:ext uri="{FF2B5EF4-FFF2-40B4-BE49-F238E27FC236}">
                      <a16:creationId xmlns:a16="http://schemas.microsoft.com/office/drawing/2014/main" id="{26BDF750-7522-E46F-0990-206C3FB2A3B3}"/>
                    </a:ext>
                  </a:extLst>
                </p:cNvPr>
                <p:cNvSpPr/>
                <p:nvPr/>
              </p:nvSpPr>
              <p:spPr>
                <a:xfrm>
                  <a:off x="1993124" y="2152800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217" name="Oval 216">
                <a:extLst>
                  <a:ext uri="{FF2B5EF4-FFF2-40B4-BE49-F238E27FC236}">
                    <a16:creationId xmlns:a16="http://schemas.microsoft.com/office/drawing/2014/main" id="{4DBCA897-B1A2-532F-2903-FAB786FD2B93}"/>
                  </a:ext>
                </a:extLst>
              </p:cNvPr>
              <p:cNvSpPr/>
              <p:nvPr/>
            </p:nvSpPr>
            <p:spPr>
              <a:xfrm>
                <a:off x="1114368" y="2839626"/>
                <a:ext cx="139702" cy="13970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95000"/>
                  </a:schemeClr>
                </a:solidFill>
                <a:tailEnd w="med" len="sm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i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044743CD-1E23-50A9-1E17-BB37BC7E1340}"/>
                </a:ext>
              </a:extLst>
            </p:cNvPr>
            <p:cNvSpPr/>
            <p:nvPr/>
          </p:nvSpPr>
          <p:spPr>
            <a:xfrm rot="9900000">
              <a:off x="7471763" y="221338"/>
              <a:ext cx="114305" cy="114306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w="med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i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348C2BE2-E8C4-2C5F-16C6-4062DC9EDD74}"/>
                </a:ext>
              </a:extLst>
            </p:cNvPr>
            <p:cNvCxnSpPr>
              <a:cxnSpLocks/>
              <a:stCxn id="78" idx="1"/>
              <a:endCxn id="203" idx="2"/>
            </p:cNvCxnSpPr>
            <p:nvPr/>
          </p:nvCxnSpPr>
          <p:spPr>
            <a:xfrm flipV="1">
              <a:off x="7578411" y="298651"/>
              <a:ext cx="592794" cy="8417"/>
            </a:xfrm>
            <a:prstGeom prst="straightConnector1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31076588-CEEF-2C42-2874-D4440BE806DD}"/>
                </a:ext>
              </a:extLst>
            </p:cNvPr>
            <p:cNvCxnSpPr>
              <a:cxnSpLocks/>
              <a:stCxn id="78" idx="1"/>
              <a:endCxn id="202" idx="3"/>
            </p:cNvCxnSpPr>
            <p:nvPr/>
          </p:nvCxnSpPr>
          <p:spPr>
            <a:xfrm>
              <a:off x="7578411" y="307068"/>
              <a:ext cx="561583" cy="68753"/>
            </a:xfrm>
            <a:prstGeom prst="straightConnector1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C3349B9D-5626-98B1-1160-34DFF63982E5}"/>
                </a:ext>
              </a:extLst>
            </p:cNvPr>
            <p:cNvCxnSpPr>
              <a:cxnSpLocks/>
              <a:stCxn id="78" idx="1"/>
              <a:endCxn id="205" idx="4"/>
            </p:cNvCxnSpPr>
            <p:nvPr/>
          </p:nvCxnSpPr>
          <p:spPr>
            <a:xfrm>
              <a:off x="7578411" y="307068"/>
              <a:ext cx="534749" cy="140217"/>
            </a:xfrm>
            <a:prstGeom prst="straightConnector1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2C1B0AC5-6DC9-1842-78ED-91A3D6594FE3}"/>
                </a:ext>
              </a:extLst>
            </p:cNvPr>
            <p:cNvCxnSpPr>
              <a:cxnSpLocks/>
              <a:stCxn id="78" idx="1"/>
              <a:endCxn id="184" idx="3"/>
            </p:cNvCxnSpPr>
            <p:nvPr/>
          </p:nvCxnSpPr>
          <p:spPr>
            <a:xfrm>
              <a:off x="7578411" y="307068"/>
              <a:ext cx="415490" cy="193210"/>
            </a:xfrm>
            <a:prstGeom prst="straightConnector1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03D138E1-458E-34B4-31D9-FD20F45929A0}"/>
                </a:ext>
              </a:extLst>
            </p:cNvPr>
            <p:cNvCxnSpPr>
              <a:cxnSpLocks/>
              <a:stCxn id="78" idx="1"/>
              <a:endCxn id="200" idx="3"/>
            </p:cNvCxnSpPr>
            <p:nvPr/>
          </p:nvCxnSpPr>
          <p:spPr>
            <a:xfrm>
              <a:off x="7578411" y="307068"/>
              <a:ext cx="445516" cy="95653"/>
            </a:xfrm>
            <a:prstGeom prst="straightConnector1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1E3F8E60-272D-3892-4905-CE664114A87C}"/>
                </a:ext>
              </a:extLst>
            </p:cNvPr>
            <p:cNvCxnSpPr>
              <a:cxnSpLocks/>
              <a:stCxn id="78" idx="1"/>
              <a:endCxn id="210" idx="3"/>
            </p:cNvCxnSpPr>
            <p:nvPr/>
          </p:nvCxnSpPr>
          <p:spPr>
            <a:xfrm>
              <a:off x="7578411" y="307068"/>
              <a:ext cx="661944" cy="49655"/>
            </a:xfrm>
            <a:prstGeom prst="straightConnector1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9D87E690-FFFC-0549-1DE2-34996CD9DF50}"/>
                </a:ext>
              </a:extLst>
            </p:cNvPr>
            <p:cNvCxnSpPr>
              <a:cxnSpLocks/>
              <a:stCxn id="78" idx="1"/>
              <a:endCxn id="190" idx="3"/>
            </p:cNvCxnSpPr>
            <p:nvPr/>
          </p:nvCxnSpPr>
          <p:spPr>
            <a:xfrm>
              <a:off x="7578411" y="307068"/>
              <a:ext cx="316639" cy="217360"/>
            </a:xfrm>
            <a:prstGeom prst="straightConnector1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60EC7297-6FEA-0358-4853-AA26BEDA7B2B}"/>
                </a:ext>
              </a:extLst>
            </p:cNvPr>
            <p:cNvCxnSpPr>
              <a:cxnSpLocks/>
              <a:stCxn id="78" idx="1"/>
              <a:endCxn id="189" idx="4"/>
            </p:cNvCxnSpPr>
            <p:nvPr/>
          </p:nvCxnSpPr>
          <p:spPr>
            <a:xfrm>
              <a:off x="7578411" y="307068"/>
              <a:ext cx="305083" cy="299796"/>
            </a:xfrm>
            <a:prstGeom prst="straightConnector1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F9735CB8-5643-AFFB-CB62-1BF79449E113}"/>
                </a:ext>
              </a:extLst>
            </p:cNvPr>
            <p:cNvCxnSpPr>
              <a:cxnSpLocks/>
              <a:stCxn id="78" idx="1"/>
              <a:endCxn id="188" idx="4"/>
            </p:cNvCxnSpPr>
            <p:nvPr/>
          </p:nvCxnSpPr>
          <p:spPr>
            <a:xfrm>
              <a:off x="7578411" y="307068"/>
              <a:ext cx="189016" cy="326697"/>
            </a:xfrm>
            <a:prstGeom prst="straightConnector1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569F05F9-0E5F-84A1-D612-44B05F7D1DD5}"/>
                </a:ext>
              </a:extLst>
            </p:cNvPr>
            <p:cNvCxnSpPr>
              <a:cxnSpLocks/>
              <a:stCxn id="78" idx="1"/>
              <a:endCxn id="187" idx="4"/>
            </p:cNvCxnSpPr>
            <p:nvPr/>
          </p:nvCxnSpPr>
          <p:spPr>
            <a:xfrm>
              <a:off x="7578411" y="307068"/>
              <a:ext cx="158989" cy="424254"/>
            </a:xfrm>
            <a:prstGeom prst="straightConnector1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7EC09D99-E38F-A9DD-7023-FFD99FC52C3C}"/>
                </a:ext>
              </a:extLst>
            </p:cNvPr>
            <p:cNvCxnSpPr>
              <a:cxnSpLocks/>
              <a:stCxn id="78" idx="1"/>
              <a:endCxn id="192" idx="4"/>
            </p:cNvCxnSpPr>
            <p:nvPr/>
          </p:nvCxnSpPr>
          <p:spPr>
            <a:xfrm>
              <a:off x="7578411" y="307068"/>
              <a:ext cx="262064" cy="392353"/>
            </a:xfrm>
            <a:prstGeom prst="straightConnector1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588726D8-C310-20E9-ED86-79BCCB92B049}"/>
                </a:ext>
              </a:extLst>
            </p:cNvPr>
            <p:cNvCxnSpPr>
              <a:cxnSpLocks/>
              <a:stCxn id="78" idx="1"/>
              <a:endCxn id="191" idx="4"/>
            </p:cNvCxnSpPr>
            <p:nvPr/>
          </p:nvCxnSpPr>
          <p:spPr>
            <a:xfrm>
              <a:off x="7578411" y="307068"/>
              <a:ext cx="225561" cy="497646"/>
            </a:xfrm>
            <a:prstGeom prst="straightConnector1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C0366C98-498B-244D-B2A3-F50C39B94B56}"/>
                </a:ext>
              </a:extLst>
            </p:cNvPr>
            <p:cNvCxnSpPr>
              <a:cxnSpLocks/>
              <a:stCxn id="78" idx="1"/>
              <a:endCxn id="194" idx="4"/>
            </p:cNvCxnSpPr>
            <p:nvPr/>
          </p:nvCxnSpPr>
          <p:spPr>
            <a:xfrm>
              <a:off x="7578411" y="307068"/>
              <a:ext cx="322784" cy="488916"/>
            </a:xfrm>
            <a:prstGeom prst="straightConnector1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A7AFFB9F-E7B0-101B-BB23-6C93AB46E80A}"/>
                </a:ext>
              </a:extLst>
            </p:cNvPr>
            <p:cNvCxnSpPr>
              <a:cxnSpLocks/>
              <a:stCxn id="78" idx="1"/>
              <a:endCxn id="195" idx="4"/>
            </p:cNvCxnSpPr>
            <p:nvPr/>
          </p:nvCxnSpPr>
          <p:spPr>
            <a:xfrm>
              <a:off x="7578411" y="307068"/>
              <a:ext cx="350525" cy="385388"/>
            </a:xfrm>
            <a:prstGeom prst="straightConnector1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1692135B-B69C-5108-EB67-9D4DED732E89}"/>
                </a:ext>
              </a:extLst>
            </p:cNvPr>
            <p:cNvCxnSpPr>
              <a:cxnSpLocks/>
              <a:stCxn id="78" idx="1"/>
              <a:endCxn id="198" idx="3"/>
            </p:cNvCxnSpPr>
            <p:nvPr/>
          </p:nvCxnSpPr>
          <p:spPr>
            <a:xfrm>
              <a:off x="7578411" y="307068"/>
              <a:ext cx="389258" cy="301790"/>
            </a:xfrm>
            <a:prstGeom prst="straightConnector1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43400986-1852-6269-FE3B-5C34D472551F}"/>
                </a:ext>
              </a:extLst>
            </p:cNvPr>
            <p:cNvCxnSpPr>
              <a:cxnSpLocks/>
              <a:stCxn id="78" idx="1"/>
              <a:endCxn id="204" idx="3"/>
            </p:cNvCxnSpPr>
            <p:nvPr/>
          </p:nvCxnSpPr>
          <p:spPr>
            <a:xfrm>
              <a:off x="7578411" y="307068"/>
              <a:ext cx="482061" cy="266603"/>
            </a:xfrm>
            <a:prstGeom prst="straightConnector1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947F20E0-0918-1212-E116-E42E864D6CF3}"/>
                </a:ext>
              </a:extLst>
            </p:cNvPr>
            <p:cNvCxnSpPr>
              <a:cxnSpLocks/>
              <a:stCxn id="78" idx="1"/>
              <a:endCxn id="206" idx="3"/>
            </p:cNvCxnSpPr>
            <p:nvPr/>
          </p:nvCxnSpPr>
          <p:spPr>
            <a:xfrm>
              <a:off x="7578411" y="307068"/>
              <a:ext cx="579285" cy="257873"/>
            </a:xfrm>
            <a:prstGeom prst="straightConnector1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838CB26A-3A87-96EC-B479-A78BD3C1790A}"/>
                </a:ext>
              </a:extLst>
            </p:cNvPr>
            <p:cNvCxnSpPr>
              <a:cxnSpLocks/>
              <a:stCxn id="78" idx="1"/>
              <a:endCxn id="197" idx="3"/>
            </p:cNvCxnSpPr>
            <p:nvPr/>
          </p:nvCxnSpPr>
          <p:spPr>
            <a:xfrm>
              <a:off x="7578411" y="307068"/>
              <a:ext cx="450406" cy="379579"/>
            </a:xfrm>
            <a:prstGeom prst="straightConnector1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AAC97F0B-5FC8-5785-5C61-DE4EB3C18299}"/>
                </a:ext>
              </a:extLst>
            </p:cNvPr>
            <p:cNvCxnSpPr>
              <a:cxnSpLocks/>
              <a:stCxn id="78" idx="1"/>
              <a:endCxn id="196" idx="3"/>
            </p:cNvCxnSpPr>
            <p:nvPr/>
          </p:nvCxnSpPr>
          <p:spPr>
            <a:xfrm>
              <a:off x="7578411" y="307068"/>
              <a:ext cx="422666" cy="483108"/>
            </a:xfrm>
            <a:prstGeom prst="straightConnector1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E5B40814-88BC-1EBC-E770-CDE9D41DD4B7}"/>
                </a:ext>
              </a:extLst>
            </p:cNvPr>
            <p:cNvCxnSpPr>
              <a:cxnSpLocks/>
              <a:stCxn id="78" idx="1"/>
              <a:endCxn id="193" idx="4"/>
            </p:cNvCxnSpPr>
            <p:nvPr/>
          </p:nvCxnSpPr>
          <p:spPr>
            <a:xfrm>
              <a:off x="7578411" y="307068"/>
              <a:ext cx="301770" cy="591464"/>
            </a:xfrm>
            <a:prstGeom prst="straightConnector1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A7D06851-810B-8CB8-5010-260834BD768C}"/>
                </a:ext>
              </a:extLst>
            </p:cNvPr>
            <p:cNvCxnSpPr>
              <a:cxnSpLocks/>
              <a:stCxn id="78" idx="1"/>
              <a:endCxn id="199" idx="3"/>
            </p:cNvCxnSpPr>
            <p:nvPr/>
          </p:nvCxnSpPr>
          <p:spPr>
            <a:xfrm>
              <a:off x="7578411" y="307068"/>
              <a:ext cx="381377" cy="578663"/>
            </a:xfrm>
            <a:prstGeom prst="straightConnector1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0A1C8796-A737-58E3-6491-E24457C4E46E}"/>
                </a:ext>
              </a:extLst>
            </p:cNvPr>
            <p:cNvCxnSpPr>
              <a:cxnSpLocks/>
              <a:stCxn id="78" idx="1"/>
              <a:endCxn id="201" idx="3"/>
            </p:cNvCxnSpPr>
            <p:nvPr/>
          </p:nvCxnSpPr>
          <p:spPr>
            <a:xfrm>
              <a:off x="7578411" y="307068"/>
              <a:ext cx="558270" cy="360421"/>
            </a:xfrm>
            <a:prstGeom prst="straightConnector1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F223C42B-91F3-6053-380B-AD42955EDB8D}"/>
                </a:ext>
              </a:extLst>
            </p:cNvPr>
            <p:cNvCxnSpPr>
              <a:cxnSpLocks/>
              <a:stCxn id="78" idx="1"/>
              <a:endCxn id="211" idx="3"/>
            </p:cNvCxnSpPr>
            <p:nvPr/>
          </p:nvCxnSpPr>
          <p:spPr>
            <a:xfrm>
              <a:off x="7578411" y="307068"/>
              <a:ext cx="654063" cy="326527"/>
            </a:xfrm>
            <a:prstGeom prst="straightConnector1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90117D79-F47F-A239-0065-413F5221A04B}"/>
                </a:ext>
              </a:extLst>
            </p:cNvPr>
            <p:cNvCxnSpPr>
              <a:cxnSpLocks/>
              <a:stCxn id="78" idx="1"/>
              <a:endCxn id="208" idx="3"/>
            </p:cNvCxnSpPr>
            <p:nvPr/>
          </p:nvCxnSpPr>
          <p:spPr>
            <a:xfrm>
              <a:off x="7578411" y="307068"/>
              <a:ext cx="695352" cy="230972"/>
            </a:xfrm>
            <a:prstGeom prst="straightConnector1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CBF1D28F-F767-AFE4-A2CD-268F0602FB7D}"/>
                </a:ext>
              </a:extLst>
            </p:cNvPr>
            <p:cNvCxnSpPr>
              <a:cxnSpLocks/>
              <a:stCxn id="78" idx="1"/>
              <a:endCxn id="209" idx="3"/>
            </p:cNvCxnSpPr>
            <p:nvPr/>
          </p:nvCxnSpPr>
          <p:spPr>
            <a:xfrm>
              <a:off x="7578411" y="307068"/>
              <a:ext cx="723092" cy="127444"/>
            </a:xfrm>
            <a:prstGeom prst="straightConnector1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61324774-0134-85F5-8BA2-A29FDF194F91}"/>
                </a:ext>
              </a:extLst>
            </p:cNvPr>
            <p:cNvCxnSpPr>
              <a:cxnSpLocks/>
              <a:stCxn id="78" idx="1"/>
              <a:endCxn id="207" idx="3"/>
            </p:cNvCxnSpPr>
            <p:nvPr/>
          </p:nvCxnSpPr>
          <p:spPr>
            <a:xfrm>
              <a:off x="7578411" y="307068"/>
              <a:ext cx="607025" cy="154344"/>
            </a:xfrm>
            <a:prstGeom prst="straightConnector1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C6F00CC1-FD54-6FF8-B56F-2C603C151F88}"/>
                </a:ext>
              </a:extLst>
            </p:cNvPr>
            <p:cNvGrpSpPr/>
            <p:nvPr/>
          </p:nvGrpSpPr>
          <p:grpSpPr>
            <a:xfrm rot="9000000" flipH="1">
              <a:off x="7686271" y="365930"/>
              <a:ext cx="730968" cy="496753"/>
              <a:chOff x="1114368" y="2367589"/>
              <a:chExt cx="1469882" cy="998908"/>
            </a:xfrm>
            <a:solidFill>
              <a:schemeClr val="accent5">
                <a:lumMod val="20000"/>
                <a:lumOff val="80000"/>
              </a:schemeClr>
            </a:solidFill>
          </p:grpSpPr>
          <p:grpSp>
            <p:nvGrpSpPr>
              <p:cNvPr id="182" name="Group 181">
                <a:extLst>
                  <a:ext uri="{FF2B5EF4-FFF2-40B4-BE49-F238E27FC236}">
                    <a16:creationId xmlns:a16="http://schemas.microsoft.com/office/drawing/2014/main" id="{1ECACA2C-0133-59F8-FFD2-D985E1BE9065}"/>
                  </a:ext>
                </a:extLst>
              </p:cNvPr>
              <p:cNvGrpSpPr/>
              <p:nvPr/>
            </p:nvGrpSpPr>
            <p:grpSpPr>
              <a:xfrm>
                <a:off x="2062975" y="2532507"/>
                <a:ext cx="521275" cy="613943"/>
                <a:chOff x="2062975" y="2532507"/>
                <a:chExt cx="521275" cy="613943"/>
              </a:xfrm>
              <a:grpFill/>
            </p:grpSpPr>
            <p:sp>
              <p:nvSpPr>
                <p:cNvPr id="206" name="Oval 205">
                  <a:extLst>
                    <a:ext uri="{FF2B5EF4-FFF2-40B4-BE49-F238E27FC236}">
                      <a16:creationId xmlns:a16="http://schemas.microsoft.com/office/drawing/2014/main" id="{90E1F560-07A0-2333-0597-0F05492E1E4A}"/>
                    </a:ext>
                  </a:extLst>
                </p:cNvPr>
                <p:cNvSpPr/>
                <p:nvPr/>
              </p:nvSpPr>
              <p:spPr>
                <a:xfrm>
                  <a:off x="2062975" y="2727251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7" name="Oval 206">
                  <a:extLst>
                    <a:ext uri="{FF2B5EF4-FFF2-40B4-BE49-F238E27FC236}">
                      <a16:creationId xmlns:a16="http://schemas.microsoft.com/office/drawing/2014/main" id="{5A66224A-549F-D947-5849-6C17682C4AC7}"/>
                    </a:ext>
                  </a:extLst>
                </p:cNvPr>
                <p:cNvSpPr/>
                <p:nvPr/>
              </p:nvSpPr>
              <p:spPr>
                <a:xfrm>
                  <a:off x="2215375" y="2879651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8" name="Oval 207">
                  <a:extLst>
                    <a:ext uri="{FF2B5EF4-FFF2-40B4-BE49-F238E27FC236}">
                      <a16:creationId xmlns:a16="http://schemas.microsoft.com/office/drawing/2014/main" id="{21D3A11F-7C63-DB67-070D-7218D38D4E26}"/>
                    </a:ext>
                  </a:extLst>
                </p:cNvPr>
                <p:cNvSpPr/>
                <p:nvPr/>
              </p:nvSpPr>
              <p:spPr>
                <a:xfrm>
                  <a:off x="2292148" y="2657400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9" name="Oval 208">
                  <a:extLst>
                    <a:ext uri="{FF2B5EF4-FFF2-40B4-BE49-F238E27FC236}">
                      <a16:creationId xmlns:a16="http://schemas.microsoft.com/office/drawing/2014/main" id="{0FA47194-FD4D-F761-4A74-555AF12FF60E}"/>
                    </a:ext>
                  </a:extLst>
                </p:cNvPr>
                <p:cNvSpPr/>
                <p:nvPr/>
              </p:nvSpPr>
              <p:spPr>
                <a:xfrm>
                  <a:off x="2444548" y="2809800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0" name="Oval 209">
                  <a:extLst>
                    <a:ext uri="{FF2B5EF4-FFF2-40B4-BE49-F238E27FC236}">
                      <a16:creationId xmlns:a16="http://schemas.microsoft.com/office/drawing/2014/main" id="{704AAF82-23AB-EB8F-0A30-1B9BBDB9B60D}"/>
                    </a:ext>
                  </a:extLst>
                </p:cNvPr>
                <p:cNvSpPr/>
                <p:nvPr/>
              </p:nvSpPr>
              <p:spPr>
                <a:xfrm>
                  <a:off x="2416273" y="3006748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1" name="Oval 210">
                  <a:extLst>
                    <a:ext uri="{FF2B5EF4-FFF2-40B4-BE49-F238E27FC236}">
                      <a16:creationId xmlns:a16="http://schemas.microsoft.com/office/drawing/2014/main" id="{A97DA1E3-85B1-8431-691B-D0F495EED2C7}"/>
                    </a:ext>
                  </a:extLst>
                </p:cNvPr>
                <p:cNvSpPr/>
                <p:nvPr/>
              </p:nvSpPr>
              <p:spPr>
                <a:xfrm>
                  <a:off x="2124171" y="2532507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83" name="Group 182">
                <a:extLst>
                  <a:ext uri="{FF2B5EF4-FFF2-40B4-BE49-F238E27FC236}">
                    <a16:creationId xmlns:a16="http://schemas.microsoft.com/office/drawing/2014/main" id="{00DAA5F2-1C21-40EF-D18F-79C09B2C82CE}"/>
                  </a:ext>
                </a:extLst>
              </p:cNvPr>
              <p:cNvGrpSpPr/>
              <p:nvPr/>
            </p:nvGrpSpPr>
            <p:grpSpPr>
              <a:xfrm>
                <a:off x="1884887" y="2569795"/>
                <a:ext cx="629512" cy="796702"/>
                <a:chOff x="1954738" y="2152800"/>
                <a:chExt cx="629512" cy="796702"/>
              </a:xfrm>
              <a:grpFill/>
            </p:grpSpPr>
            <p:sp>
              <p:nvSpPr>
                <p:cNvPr id="200" name="Oval 199">
                  <a:extLst>
                    <a:ext uri="{FF2B5EF4-FFF2-40B4-BE49-F238E27FC236}">
                      <a16:creationId xmlns:a16="http://schemas.microsoft.com/office/drawing/2014/main" id="{9F528A3F-634D-A690-CA87-6F42905529C0}"/>
                    </a:ext>
                  </a:extLst>
                </p:cNvPr>
                <p:cNvSpPr/>
                <p:nvPr/>
              </p:nvSpPr>
              <p:spPr>
                <a:xfrm>
                  <a:off x="2062975" y="2727251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1" name="Oval 200">
                  <a:extLst>
                    <a:ext uri="{FF2B5EF4-FFF2-40B4-BE49-F238E27FC236}">
                      <a16:creationId xmlns:a16="http://schemas.microsoft.com/office/drawing/2014/main" id="{F0910EF4-5A49-317E-6FEF-D0559FB89E1A}"/>
                    </a:ext>
                  </a:extLst>
                </p:cNvPr>
                <p:cNvSpPr/>
                <p:nvPr/>
              </p:nvSpPr>
              <p:spPr>
                <a:xfrm>
                  <a:off x="1993124" y="2152800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2" name="Oval 201">
                  <a:extLst>
                    <a:ext uri="{FF2B5EF4-FFF2-40B4-BE49-F238E27FC236}">
                      <a16:creationId xmlns:a16="http://schemas.microsoft.com/office/drawing/2014/main" id="{42E8A8C5-F606-8A0E-0A94-82B1347A09A5}"/>
                    </a:ext>
                  </a:extLst>
                </p:cNvPr>
                <p:cNvSpPr/>
                <p:nvPr/>
              </p:nvSpPr>
              <p:spPr>
                <a:xfrm>
                  <a:off x="2292148" y="2657400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3" name="Oval 202">
                  <a:extLst>
                    <a:ext uri="{FF2B5EF4-FFF2-40B4-BE49-F238E27FC236}">
                      <a16:creationId xmlns:a16="http://schemas.microsoft.com/office/drawing/2014/main" id="{706B0107-9264-4A76-BE6B-AF065D535FBF}"/>
                    </a:ext>
                  </a:extLst>
                </p:cNvPr>
                <p:cNvSpPr/>
                <p:nvPr/>
              </p:nvSpPr>
              <p:spPr>
                <a:xfrm>
                  <a:off x="2444548" y="2809800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4" name="Oval 203">
                  <a:extLst>
                    <a:ext uri="{FF2B5EF4-FFF2-40B4-BE49-F238E27FC236}">
                      <a16:creationId xmlns:a16="http://schemas.microsoft.com/office/drawing/2014/main" id="{033FC6C3-0E93-EF68-5300-F2F4169735A3}"/>
                    </a:ext>
                  </a:extLst>
                </p:cNvPr>
                <p:cNvSpPr/>
                <p:nvPr/>
              </p:nvSpPr>
              <p:spPr>
                <a:xfrm>
                  <a:off x="1954738" y="2392805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5" name="Oval 204">
                  <a:extLst>
                    <a:ext uri="{FF2B5EF4-FFF2-40B4-BE49-F238E27FC236}">
                      <a16:creationId xmlns:a16="http://schemas.microsoft.com/office/drawing/2014/main" id="{B785235A-796B-FC91-569E-C673D358D24A}"/>
                    </a:ext>
                  </a:extLst>
                </p:cNvPr>
                <p:cNvSpPr/>
                <p:nvPr/>
              </p:nvSpPr>
              <p:spPr>
                <a:xfrm>
                  <a:off x="2124171" y="2539469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84" name="Oval 183">
                <a:extLst>
                  <a:ext uri="{FF2B5EF4-FFF2-40B4-BE49-F238E27FC236}">
                    <a16:creationId xmlns:a16="http://schemas.microsoft.com/office/drawing/2014/main" id="{A3B83054-FC73-C415-7421-CBF7D6F980B0}"/>
                  </a:ext>
                </a:extLst>
              </p:cNvPr>
              <p:cNvSpPr/>
              <p:nvPr/>
            </p:nvSpPr>
            <p:spPr>
              <a:xfrm>
                <a:off x="1842746" y="3004544"/>
                <a:ext cx="139702" cy="13970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95000"/>
                  </a:schemeClr>
                </a:solidFill>
                <a:tailEnd w="med" len="sm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i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85" name="Group 184">
                <a:extLst>
                  <a:ext uri="{FF2B5EF4-FFF2-40B4-BE49-F238E27FC236}">
                    <a16:creationId xmlns:a16="http://schemas.microsoft.com/office/drawing/2014/main" id="{3C8B29BF-4BC4-4467-142D-C924EDA3856D}"/>
                  </a:ext>
                </a:extLst>
              </p:cNvPr>
              <p:cNvGrpSpPr/>
              <p:nvPr/>
            </p:nvGrpSpPr>
            <p:grpSpPr>
              <a:xfrm>
                <a:off x="1334597" y="2367589"/>
                <a:ext cx="521275" cy="613943"/>
                <a:chOff x="2062975" y="2532507"/>
                <a:chExt cx="521275" cy="613943"/>
              </a:xfrm>
              <a:grpFill/>
            </p:grpSpPr>
            <p:sp>
              <p:nvSpPr>
                <p:cNvPr id="194" name="Oval 193">
                  <a:extLst>
                    <a:ext uri="{FF2B5EF4-FFF2-40B4-BE49-F238E27FC236}">
                      <a16:creationId xmlns:a16="http://schemas.microsoft.com/office/drawing/2014/main" id="{3F886D1F-F81E-F119-62DA-EB4B8A41363F}"/>
                    </a:ext>
                  </a:extLst>
                </p:cNvPr>
                <p:cNvSpPr/>
                <p:nvPr/>
              </p:nvSpPr>
              <p:spPr>
                <a:xfrm>
                  <a:off x="2062975" y="2727251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5" name="Oval 194">
                  <a:extLst>
                    <a:ext uri="{FF2B5EF4-FFF2-40B4-BE49-F238E27FC236}">
                      <a16:creationId xmlns:a16="http://schemas.microsoft.com/office/drawing/2014/main" id="{4239F83E-D04C-DC6D-0E22-079C1548D4B0}"/>
                    </a:ext>
                  </a:extLst>
                </p:cNvPr>
                <p:cNvSpPr/>
                <p:nvPr/>
              </p:nvSpPr>
              <p:spPr>
                <a:xfrm>
                  <a:off x="2215375" y="2879651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6" name="Oval 195">
                  <a:extLst>
                    <a:ext uri="{FF2B5EF4-FFF2-40B4-BE49-F238E27FC236}">
                      <a16:creationId xmlns:a16="http://schemas.microsoft.com/office/drawing/2014/main" id="{450580DD-36DB-8728-66C2-F0AFCAE21342}"/>
                    </a:ext>
                  </a:extLst>
                </p:cNvPr>
                <p:cNvSpPr/>
                <p:nvPr/>
              </p:nvSpPr>
              <p:spPr>
                <a:xfrm>
                  <a:off x="2292148" y="2657400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7" name="Oval 196">
                  <a:extLst>
                    <a:ext uri="{FF2B5EF4-FFF2-40B4-BE49-F238E27FC236}">
                      <a16:creationId xmlns:a16="http://schemas.microsoft.com/office/drawing/2014/main" id="{CFE2F274-40CC-6B22-ECB2-037FF9BE2649}"/>
                    </a:ext>
                  </a:extLst>
                </p:cNvPr>
                <p:cNvSpPr/>
                <p:nvPr/>
              </p:nvSpPr>
              <p:spPr>
                <a:xfrm>
                  <a:off x="2444548" y="2809800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8" name="Oval 197">
                  <a:extLst>
                    <a:ext uri="{FF2B5EF4-FFF2-40B4-BE49-F238E27FC236}">
                      <a16:creationId xmlns:a16="http://schemas.microsoft.com/office/drawing/2014/main" id="{462E4EE2-594F-91AE-8FC4-28489803D2E4}"/>
                    </a:ext>
                  </a:extLst>
                </p:cNvPr>
                <p:cNvSpPr/>
                <p:nvPr/>
              </p:nvSpPr>
              <p:spPr>
                <a:xfrm>
                  <a:off x="2416273" y="3006748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9" name="Oval 198">
                  <a:extLst>
                    <a:ext uri="{FF2B5EF4-FFF2-40B4-BE49-F238E27FC236}">
                      <a16:creationId xmlns:a16="http://schemas.microsoft.com/office/drawing/2014/main" id="{349C6BAE-841C-C7D3-4B7B-3A81E98CADA2}"/>
                    </a:ext>
                  </a:extLst>
                </p:cNvPr>
                <p:cNvSpPr/>
                <p:nvPr/>
              </p:nvSpPr>
              <p:spPr>
                <a:xfrm>
                  <a:off x="2124171" y="2532507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86" name="Group 185">
                <a:extLst>
                  <a:ext uri="{FF2B5EF4-FFF2-40B4-BE49-F238E27FC236}">
                    <a16:creationId xmlns:a16="http://schemas.microsoft.com/office/drawing/2014/main" id="{73CE9DC6-8E68-5E8C-159A-E9615E474A9C}"/>
                  </a:ext>
                </a:extLst>
              </p:cNvPr>
              <p:cNvGrpSpPr/>
              <p:nvPr/>
            </p:nvGrpSpPr>
            <p:grpSpPr>
              <a:xfrm>
                <a:off x="1156509" y="2404877"/>
                <a:ext cx="629512" cy="796702"/>
                <a:chOff x="1954738" y="2152800"/>
                <a:chExt cx="629512" cy="796702"/>
              </a:xfrm>
              <a:grpFill/>
            </p:grpSpPr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B802D128-48C8-DB87-EE8E-1457CFB977A2}"/>
                    </a:ext>
                  </a:extLst>
                </p:cNvPr>
                <p:cNvSpPr/>
                <p:nvPr/>
              </p:nvSpPr>
              <p:spPr>
                <a:xfrm>
                  <a:off x="2062975" y="2727251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F0D64D33-1C94-4B26-C3F3-057BE231CAF6}"/>
                    </a:ext>
                  </a:extLst>
                </p:cNvPr>
                <p:cNvSpPr/>
                <p:nvPr/>
              </p:nvSpPr>
              <p:spPr>
                <a:xfrm>
                  <a:off x="2292148" y="2657400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0" name="Oval 189">
                  <a:extLst>
                    <a:ext uri="{FF2B5EF4-FFF2-40B4-BE49-F238E27FC236}">
                      <a16:creationId xmlns:a16="http://schemas.microsoft.com/office/drawing/2014/main" id="{F1E106FD-ED3C-05E3-2B8B-7F6FA25C5F12}"/>
                    </a:ext>
                  </a:extLst>
                </p:cNvPr>
                <p:cNvSpPr/>
                <p:nvPr/>
              </p:nvSpPr>
              <p:spPr>
                <a:xfrm>
                  <a:off x="2444548" y="2809800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1" name="Oval 190">
                  <a:extLst>
                    <a:ext uri="{FF2B5EF4-FFF2-40B4-BE49-F238E27FC236}">
                      <a16:creationId xmlns:a16="http://schemas.microsoft.com/office/drawing/2014/main" id="{0866E70A-FA78-938E-82C5-3A8CFC345FBF}"/>
                    </a:ext>
                  </a:extLst>
                </p:cNvPr>
                <p:cNvSpPr/>
                <p:nvPr/>
              </p:nvSpPr>
              <p:spPr>
                <a:xfrm>
                  <a:off x="1954738" y="2392805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2" name="Oval 191">
                  <a:extLst>
                    <a:ext uri="{FF2B5EF4-FFF2-40B4-BE49-F238E27FC236}">
                      <a16:creationId xmlns:a16="http://schemas.microsoft.com/office/drawing/2014/main" id="{D9F15AB8-371A-889F-DC37-035B05DC29BF}"/>
                    </a:ext>
                  </a:extLst>
                </p:cNvPr>
                <p:cNvSpPr/>
                <p:nvPr/>
              </p:nvSpPr>
              <p:spPr>
                <a:xfrm>
                  <a:off x="2124171" y="2539469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3" name="Oval 192">
                  <a:extLst>
                    <a:ext uri="{FF2B5EF4-FFF2-40B4-BE49-F238E27FC236}">
                      <a16:creationId xmlns:a16="http://schemas.microsoft.com/office/drawing/2014/main" id="{24876393-0AAF-47BD-7FEC-E9B857D5A77A}"/>
                    </a:ext>
                  </a:extLst>
                </p:cNvPr>
                <p:cNvSpPr/>
                <p:nvPr/>
              </p:nvSpPr>
              <p:spPr>
                <a:xfrm>
                  <a:off x="1993124" y="2152800"/>
                  <a:ext cx="139702" cy="139702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95000"/>
                    </a:schemeClr>
                  </a:solidFill>
                  <a:tailEnd w="med" len="sm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i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87" name="Oval 186">
                <a:extLst>
                  <a:ext uri="{FF2B5EF4-FFF2-40B4-BE49-F238E27FC236}">
                    <a16:creationId xmlns:a16="http://schemas.microsoft.com/office/drawing/2014/main" id="{0E4EA823-9F45-C0C9-2A76-463ECF74D3F3}"/>
                  </a:ext>
                </a:extLst>
              </p:cNvPr>
              <p:cNvSpPr/>
              <p:nvPr/>
            </p:nvSpPr>
            <p:spPr>
              <a:xfrm>
                <a:off x="1114368" y="2839626"/>
                <a:ext cx="139702" cy="139702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95000"/>
                  </a:schemeClr>
                </a:solidFill>
                <a:tailEnd w="med" len="sm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i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2918B889-391D-F576-885B-52F7E7DD76E7}"/>
                </a:ext>
              </a:extLst>
            </p:cNvPr>
            <p:cNvSpPr/>
            <p:nvPr/>
          </p:nvSpPr>
          <p:spPr>
            <a:xfrm rot="14400000">
              <a:off x="7335675" y="265803"/>
              <a:ext cx="114305" cy="114306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1">
                  <a:lumMod val="95000"/>
                </a:schemeClr>
              </a:solidFill>
              <a:tailEnd w="med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i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12D5241F-A877-A9C8-8BD5-ECAB0F70F5BD}"/>
                </a:ext>
              </a:extLst>
            </p:cNvPr>
            <p:cNvCxnSpPr>
              <a:cxnSpLocks/>
              <a:stCxn id="22" idx="1"/>
              <a:endCxn id="233" idx="3"/>
            </p:cNvCxnSpPr>
            <p:nvPr/>
          </p:nvCxnSpPr>
          <p:spPr>
            <a:xfrm flipV="1">
              <a:off x="7307331" y="-445549"/>
              <a:ext cx="39682" cy="582958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2A62B202-0ED8-79B8-2705-430D21BD2356}"/>
                </a:ext>
              </a:extLst>
            </p:cNvPr>
            <p:cNvCxnSpPr>
              <a:cxnSpLocks/>
              <a:stCxn id="22" idx="1"/>
              <a:endCxn id="232" idx="3"/>
            </p:cNvCxnSpPr>
            <p:nvPr/>
          </p:nvCxnSpPr>
          <p:spPr>
            <a:xfrm flipV="1">
              <a:off x="7307331" y="-437203"/>
              <a:ext cx="146537" cy="57461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4B6C05A7-05A8-F20C-91C0-9F617D3DE3B0}"/>
                </a:ext>
              </a:extLst>
            </p:cNvPr>
            <p:cNvCxnSpPr>
              <a:cxnSpLocks/>
              <a:stCxn id="22" idx="1"/>
              <a:endCxn id="240" idx="3"/>
            </p:cNvCxnSpPr>
            <p:nvPr/>
          </p:nvCxnSpPr>
          <p:spPr>
            <a:xfrm flipV="1">
              <a:off x="7307331" y="-532381"/>
              <a:ext cx="109414" cy="669788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20F0F619-3697-F6A2-C1A7-2BB67831457E}"/>
                </a:ext>
              </a:extLst>
            </p:cNvPr>
            <p:cNvCxnSpPr>
              <a:cxnSpLocks/>
              <a:stCxn id="22" idx="1"/>
              <a:endCxn id="230" idx="3"/>
            </p:cNvCxnSpPr>
            <p:nvPr/>
          </p:nvCxnSpPr>
          <p:spPr>
            <a:xfrm flipV="1">
              <a:off x="7307331" y="-328011"/>
              <a:ext cx="194202" cy="465417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80465178-FE88-1FDC-3388-13B70A8C326F}"/>
                </a:ext>
              </a:extLst>
            </p:cNvPr>
            <p:cNvCxnSpPr>
              <a:cxnSpLocks/>
              <a:stCxn id="22" idx="1"/>
              <a:endCxn id="214" idx="3"/>
            </p:cNvCxnSpPr>
            <p:nvPr/>
          </p:nvCxnSpPr>
          <p:spPr>
            <a:xfrm flipV="1">
              <a:off x="7307331" y="-316323"/>
              <a:ext cx="295604" cy="45373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0C856E2C-468F-2434-3648-A6B43F4B10ED}"/>
                </a:ext>
              </a:extLst>
            </p:cNvPr>
            <p:cNvCxnSpPr>
              <a:cxnSpLocks/>
              <a:stCxn id="22" idx="1"/>
              <a:endCxn id="220" idx="3"/>
            </p:cNvCxnSpPr>
            <p:nvPr/>
          </p:nvCxnSpPr>
          <p:spPr>
            <a:xfrm flipV="1">
              <a:off x="7307331" y="-223553"/>
              <a:ext cx="337417" cy="36096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FEA385A0-345E-3EC2-9A96-540D3683C0EE}"/>
                </a:ext>
              </a:extLst>
            </p:cNvPr>
            <p:cNvCxnSpPr>
              <a:cxnSpLocks/>
              <a:stCxn id="106" idx="1"/>
              <a:endCxn id="187" idx="4"/>
            </p:cNvCxnSpPr>
            <p:nvPr/>
          </p:nvCxnSpPr>
          <p:spPr>
            <a:xfrm>
              <a:off x="7378033" y="378161"/>
              <a:ext cx="359367" cy="35316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042B30D3-FB4F-06D9-73A3-FCFFA8CB9A35}"/>
                </a:ext>
              </a:extLst>
            </p:cNvPr>
            <p:cNvCxnSpPr>
              <a:cxnSpLocks/>
              <a:stCxn id="106" idx="1"/>
              <a:endCxn id="188" idx="3"/>
            </p:cNvCxnSpPr>
            <p:nvPr/>
          </p:nvCxnSpPr>
          <p:spPr>
            <a:xfrm>
              <a:off x="7378033" y="378161"/>
              <a:ext cx="373209" cy="276695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AEB36A8A-7EC9-4B87-2EB9-73BAD5EF20E2}"/>
                </a:ext>
              </a:extLst>
            </p:cNvPr>
            <p:cNvCxnSpPr>
              <a:cxnSpLocks/>
              <a:stCxn id="106" idx="1"/>
              <a:endCxn id="191" idx="4"/>
            </p:cNvCxnSpPr>
            <p:nvPr/>
          </p:nvCxnSpPr>
          <p:spPr>
            <a:xfrm>
              <a:off x="7378033" y="378161"/>
              <a:ext cx="425939" cy="426552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Arrow Connector 141">
              <a:extLst>
                <a:ext uri="{FF2B5EF4-FFF2-40B4-BE49-F238E27FC236}">
                  <a16:creationId xmlns:a16="http://schemas.microsoft.com/office/drawing/2014/main" id="{DFEAA8B8-681E-2042-8A4D-626D130C20B9}"/>
                </a:ext>
              </a:extLst>
            </p:cNvPr>
            <p:cNvCxnSpPr>
              <a:cxnSpLocks/>
              <a:stCxn id="106" idx="1"/>
              <a:endCxn id="193" idx="3"/>
            </p:cNvCxnSpPr>
            <p:nvPr/>
          </p:nvCxnSpPr>
          <p:spPr>
            <a:xfrm>
              <a:off x="7378033" y="378161"/>
              <a:ext cx="485963" cy="541463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4B226015-3566-C8E7-046B-8A94B27EF48B}"/>
                </a:ext>
              </a:extLst>
            </p:cNvPr>
            <p:cNvCxnSpPr>
              <a:cxnSpLocks/>
              <a:stCxn id="22" idx="3"/>
              <a:endCxn id="175" idx="2"/>
            </p:cNvCxnSpPr>
            <p:nvPr/>
          </p:nvCxnSpPr>
          <p:spPr>
            <a:xfrm flipH="1">
              <a:off x="6748274" y="212154"/>
              <a:ext cx="528306" cy="5913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5EC2AC2E-06AE-2879-4704-D971A0AC460C}"/>
                </a:ext>
              </a:extLst>
            </p:cNvPr>
            <p:cNvCxnSpPr>
              <a:cxnSpLocks/>
              <a:stCxn id="22" idx="3"/>
              <a:endCxn id="177" idx="2"/>
            </p:cNvCxnSpPr>
            <p:nvPr/>
          </p:nvCxnSpPr>
          <p:spPr>
            <a:xfrm flipH="1">
              <a:off x="6774300" y="212154"/>
              <a:ext cx="502281" cy="152366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Arrow Connector 144">
              <a:extLst>
                <a:ext uri="{FF2B5EF4-FFF2-40B4-BE49-F238E27FC236}">
                  <a16:creationId xmlns:a16="http://schemas.microsoft.com/office/drawing/2014/main" id="{2562172F-C6EF-846C-1EDC-C27E48A55E27}"/>
                </a:ext>
              </a:extLst>
            </p:cNvPr>
            <p:cNvCxnSpPr>
              <a:cxnSpLocks/>
              <a:stCxn id="22" idx="3"/>
              <a:endCxn id="176" idx="2"/>
            </p:cNvCxnSpPr>
            <p:nvPr/>
          </p:nvCxnSpPr>
          <p:spPr>
            <a:xfrm flipH="1">
              <a:off x="6675642" y="212154"/>
              <a:ext cx="600938" cy="128996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05103DB3-53D5-6C3C-D1D8-AA280BC22C35}"/>
                </a:ext>
              </a:extLst>
            </p:cNvPr>
            <p:cNvCxnSpPr>
              <a:cxnSpLocks/>
              <a:stCxn id="22" idx="3"/>
              <a:endCxn id="174" idx="2"/>
            </p:cNvCxnSpPr>
            <p:nvPr/>
          </p:nvCxnSpPr>
          <p:spPr>
            <a:xfrm flipH="1">
              <a:off x="6656421" y="212154"/>
              <a:ext cx="620159" cy="34378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Arrow Connector 146">
              <a:extLst>
                <a:ext uri="{FF2B5EF4-FFF2-40B4-BE49-F238E27FC236}">
                  <a16:creationId xmlns:a16="http://schemas.microsoft.com/office/drawing/2014/main" id="{771C7228-ED12-A1CB-026D-A7348E367C98}"/>
                </a:ext>
              </a:extLst>
            </p:cNvPr>
            <p:cNvCxnSpPr>
              <a:cxnSpLocks/>
              <a:stCxn id="106" idx="0"/>
              <a:endCxn id="179" idx="2"/>
            </p:cNvCxnSpPr>
            <p:nvPr/>
          </p:nvCxnSpPr>
          <p:spPr>
            <a:xfrm flipH="1">
              <a:off x="6804008" y="351533"/>
              <a:ext cx="539322" cy="114498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Arrow Connector 147">
              <a:extLst>
                <a:ext uri="{FF2B5EF4-FFF2-40B4-BE49-F238E27FC236}">
                  <a16:creationId xmlns:a16="http://schemas.microsoft.com/office/drawing/2014/main" id="{BEFE4455-47AF-8181-9C80-E2C1CD4BC7BD}"/>
                </a:ext>
              </a:extLst>
            </p:cNvPr>
            <p:cNvCxnSpPr>
              <a:cxnSpLocks/>
              <a:stCxn id="106" idx="0"/>
              <a:endCxn id="177" idx="3"/>
            </p:cNvCxnSpPr>
            <p:nvPr/>
          </p:nvCxnSpPr>
          <p:spPr>
            <a:xfrm flipH="1">
              <a:off x="6776146" y="351533"/>
              <a:ext cx="567184" cy="39509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Arrow Connector 148">
              <a:extLst>
                <a:ext uri="{FF2B5EF4-FFF2-40B4-BE49-F238E27FC236}">
                  <a16:creationId xmlns:a16="http://schemas.microsoft.com/office/drawing/2014/main" id="{06B7F18D-26D6-6E7E-4982-635627C38374}"/>
                </a:ext>
              </a:extLst>
            </p:cNvPr>
            <p:cNvCxnSpPr>
              <a:cxnSpLocks/>
              <a:stCxn id="106" idx="0"/>
              <a:endCxn id="178" idx="2"/>
            </p:cNvCxnSpPr>
            <p:nvPr/>
          </p:nvCxnSpPr>
          <p:spPr>
            <a:xfrm flipH="1">
              <a:off x="6712155" y="351533"/>
              <a:ext cx="631175" cy="89746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Arrow Connector 149">
              <a:extLst>
                <a:ext uri="{FF2B5EF4-FFF2-40B4-BE49-F238E27FC236}">
                  <a16:creationId xmlns:a16="http://schemas.microsoft.com/office/drawing/2014/main" id="{9F6F3DDE-6976-9180-C30A-00AD7C992E0E}"/>
                </a:ext>
              </a:extLst>
            </p:cNvPr>
            <p:cNvCxnSpPr>
              <a:cxnSpLocks/>
              <a:stCxn id="106" idx="0"/>
              <a:endCxn id="180" idx="2"/>
            </p:cNvCxnSpPr>
            <p:nvPr/>
          </p:nvCxnSpPr>
          <p:spPr>
            <a:xfrm flipH="1">
              <a:off x="6731376" y="351533"/>
              <a:ext cx="611954" cy="184364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Arrow Connector 150">
              <a:extLst>
                <a:ext uri="{FF2B5EF4-FFF2-40B4-BE49-F238E27FC236}">
                  <a16:creationId xmlns:a16="http://schemas.microsoft.com/office/drawing/2014/main" id="{4E2D3575-8EEB-9487-70AD-106310825C68}"/>
                </a:ext>
              </a:extLst>
            </p:cNvPr>
            <p:cNvCxnSpPr>
              <a:cxnSpLocks/>
              <a:stCxn id="106" idx="0"/>
              <a:endCxn id="181" idx="3"/>
            </p:cNvCxnSpPr>
            <p:nvPr/>
          </p:nvCxnSpPr>
          <p:spPr>
            <a:xfrm flipH="1">
              <a:off x="6831879" y="351533"/>
              <a:ext cx="511451" cy="234256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51C1CA32-0EDD-14B0-E87B-EE43AFC9D7F5}"/>
                </a:ext>
              </a:extLst>
            </p:cNvPr>
            <p:cNvGrpSpPr/>
            <p:nvPr/>
          </p:nvGrpSpPr>
          <p:grpSpPr>
            <a:xfrm rot="20911025">
              <a:off x="6623460" y="213135"/>
              <a:ext cx="177353" cy="410510"/>
              <a:chOff x="4512110" y="3670013"/>
              <a:chExt cx="315807" cy="730985"/>
            </a:xfrm>
            <a:solidFill>
              <a:srgbClr val="F4A8E5"/>
            </a:solidFill>
          </p:grpSpPr>
          <p:sp>
            <p:nvSpPr>
              <p:cNvPr id="174" name="Oval 173">
                <a:extLst>
                  <a:ext uri="{FF2B5EF4-FFF2-40B4-BE49-F238E27FC236}">
                    <a16:creationId xmlns:a16="http://schemas.microsoft.com/office/drawing/2014/main" id="{13EDB55D-60B2-3CFB-1AD6-E35E33A98CC7}"/>
                  </a:ext>
                </a:extLst>
              </p:cNvPr>
              <p:cNvSpPr/>
              <p:nvPr/>
            </p:nvSpPr>
            <p:spPr>
              <a:xfrm rot="20700000" flipH="1">
                <a:off x="4512110" y="3670013"/>
                <a:ext cx="123709" cy="123709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95000"/>
                  </a:schemeClr>
                </a:solidFill>
                <a:tailEnd w="med" len="sm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i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0546C03C-CC0A-D215-B630-E1CBD87E1F47}"/>
                  </a:ext>
                </a:extLst>
              </p:cNvPr>
              <p:cNvSpPr/>
              <p:nvPr/>
            </p:nvSpPr>
            <p:spPr>
              <a:xfrm rot="20700000" flipH="1">
                <a:off x="4663622" y="3745768"/>
                <a:ext cx="123709" cy="123709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95000"/>
                  </a:schemeClr>
                </a:solidFill>
                <a:tailEnd w="med" len="sm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i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6" name="Oval 175">
                <a:extLst>
                  <a:ext uri="{FF2B5EF4-FFF2-40B4-BE49-F238E27FC236}">
                    <a16:creationId xmlns:a16="http://schemas.microsoft.com/office/drawing/2014/main" id="{EEA7F541-ACC3-3E8B-2E7D-D69B68A2AEFF}"/>
                  </a:ext>
                </a:extLst>
              </p:cNvPr>
              <p:cNvSpPr/>
              <p:nvPr/>
            </p:nvSpPr>
            <p:spPr>
              <a:xfrm rot="20700000" flipH="1">
                <a:off x="4512110" y="3841938"/>
                <a:ext cx="123709" cy="123709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95000"/>
                  </a:schemeClr>
                </a:solidFill>
                <a:tailEnd w="med" len="sm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i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7" name="Oval 176">
                <a:extLst>
                  <a:ext uri="{FF2B5EF4-FFF2-40B4-BE49-F238E27FC236}">
                    <a16:creationId xmlns:a16="http://schemas.microsoft.com/office/drawing/2014/main" id="{AAFD456F-6122-AFE8-A03F-58C4FD523DC5}"/>
                  </a:ext>
                </a:extLst>
              </p:cNvPr>
              <p:cNvSpPr/>
              <p:nvPr/>
            </p:nvSpPr>
            <p:spPr>
              <a:xfrm rot="20700000" flipH="1">
                <a:off x="4675987" y="3917693"/>
                <a:ext cx="123709" cy="123709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95000"/>
                  </a:schemeClr>
                </a:solidFill>
                <a:tailEnd w="med" len="sm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i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8" name="Oval 177">
                <a:extLst>
                  <a:ext uri="{FF2B5EF4-FFF2-40B4-BE49-F238E27FC236}">
                    <a16:creationId xmlns:a16="http://schemas.microsoft.com/office/drawing/2014/main" id="{3AB19072-2FC5-F3D6-4295-CB851D8215ED}"/>
                  </a:ext>
                </a:extLst>
              </p:cNvPr>
              <p:cNvSpPr/>
              <p:nvPr/>
            </p:nvSpPr>
            <p:spPr>
              <a:xfrm rot="20700000" flipH="1">
                <a:off x="4540331" y="4029609"/>
                <a:ext cx="123709" cy="123709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95000"/>
                  </a:schemeClr>
                </a:solidFill>
                <a:tailEnd w="med" len="sm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i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9" name="Oval 178">
                <a:extLst>
                  <a:ext uri="{FF2B5EF4-FFF2-40B4-BE49-F238E27FC236}">
                    <a16:creationId xmlns:a16="http://schemas.microsoft.com/office/drawing/2014/main" id="{02F7D9FB-C371-4DC7-94DF-2E70D896C3D4}"/>
                  </a:ext>
                </a:extLst>
              </p:cNvPr>
              <p:cNvSpPr/>
              <p:nvPr/>
            </p:nvSpPr>
            <p:spPr>
              <a:xfrm rot="20700000" flipH="1">
                <a:off x="4691843" y="4105364"/>
                <a:ext cx="123709" cy="123709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95000"/>
                  </a:schemeClr>
                </a:solidFill>
                <a:tailEnd w="med" len="sm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i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0" name="Oval 179">
                <a:extLst>
                  <a:ext uri="{FF2B5EF4-FFF2-40B4-BE49-F238E27FC236}">
                    <a16:creationId xmlns:a16="http://schemas.microsoft.com/office/drawing/2014/main" id="{0724B96B-106C-6962-43AF-45F9370D8B20}"/>
                  </a:ext>
                </a:extLst>
              </p:cNvPr>
              <p:cNvSpPr/>
              <p:nvPr/>
            </p:nvSpPr>
            <p:spPr>
              <a:xfrm rot="20700000" flipH="1">
                <a:off x="4540331" y="4201534"/>
                <a:ext cx="123709" cy="123709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95000"/>
                  </a:schemeClr>
                </a:solidFill>
                <a:tailEnd w="med" len="sm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i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1" name="Oval 180">
                <a:extLst>
                  <a:ext uri="{FF2B5EF4-FFF2-40B4-BE49-F238E27FC236}">
                    <a16:creationId xmlns:a16="http://schemas.microsoft.com/office/drawing/2014/main" id="{1E1C783E-B4AF-44AF-69B2-5C56E8FC6658}"/>
                  </a:ext>
                </a:extLst>
              </p:cNvPr>
              <p:cNvSpPr/>
              <p:nvPr/>
            </p:nvSpPr>
            <p:spPr>
              <a:xfrm rot="20700000" flipH="1">
                <a:off x="4704208" y="4277289"/>
                <a:ext cx="123709" cy="123709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95000"/>
                  </a:schemeClr>
                </a:solidFill>
                <a:tailEnd w="med" len="sm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i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53" name="Straight Arrow Connector 152">
              <a:extLst>
                <a:ext uri="{FF2B5EF4-FFF2-40B4-BE49-F238E27FC236}">
                  <a16:creationId xmlns:a16="http://schemas.microsoft.com/office/drawing/2014/main" id="{BF6695AC-8198-D251-193F-5BB27687E0A1}"/>
                </a:ext>
              </a:extLst>
            </p:cNvPr>
            <p:cNvCxnSpPr>
              <a:cxnSpLocks/>
              <a:stCxn id="78" idx="2"/>
              <a:endCxn id="166" idx="6"/>
            </p:cNvCxnSpPr>
            <p:nvPr/>
          </p:nvCxnSpPr>
          <p:spPr>
            <a:xfrm flipV="1">
              <a:off x="7584122" y="-96087"/>
              <a:ext cx="422701" cy="359787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Arrow Connector 153">
              <a:extLst>
                <a:ext uri="{FF2B5EF4-FFF2-40B4-BE49-F238E27FC236}">
                  <a16:creationId xmlns:a16="http://schemas.microsoft.com/office/drawing/2014/main" id="{752CD6BC-A19B-A9A7-C942-5AD33195FA3D}"/>
                </a:ext>
              </a:extLst>
            </p:cNvPr>
            <p:cNvCxnSpPr>
              <a:cxnSpLocks/>
              <a:stCxn id="78" idx="2"/>
              <a:endCxn id="168" idx="6"/>
            </p:cNvCxnSpPr>
            <p:nvPr/>
          </p:nvCxnSpPr>
          <p:spPr>
            <a:xfrm flipV="1">
              <a:off x="7584122" y="-1470"/>
              <a:ext cx="441922" cy="26517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Arrow Connector 154">
              <a:extLst>
                <a:ext uri="{FF2B5EF4-FFF2-40B4-BE49-F238E27FC236}">
                  <a16:creationId xmlns:a16="http://schemas.microsoft.com/office/drawing/2014/main" id="{FB62659C-84A4-D103-DF16-9E37B16FC92A}"/>
                </a:ext>
              </a:extLst>
            </p:cNvPr>
            <p:cNvCxnSpPr>
              <a:cxnSpLocks/>
              <a:stCxn id="78" idx="2"/>
              <a:endCxn id="167" idx="6"/>
            </p:cNvCxnSpPr>
            <p:nvPr/>
          </p:nvCxnSpPr>
          <p:spPr>
            <a:xfrm flipV="1">
              <a:off x="7584122" y="-71336"/>
              <a:ext cx="514554" cy="335035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Arrow Connector 155">
              <a:extLst>
                <a:ext uri="{FF2B5EF4-FFF2-40B4-BE49-F238E27FC236}">
                  <a16:creationId xmlns:a16="http://schemas.microsoft.com/office/drawing/2014/main" id="{7B6F72EB-6498-BC63-C53E-751AF2B12DC0}"/>
                </a:ext>
              </a:extLst>
            </p:cNvPr>
            <p:cNvCxnSpPr>
              <a:cxnSpLocks/>
              <a:stCxn id="78" idx="2"/>
              <a:endCxn id="169" idx="6"/>
            </p:cNvCxnSpPr>
            <p:nvPr/>
          </p:nvCxnSpPr>
          <p:spPr>
            <a:xfrm flipV="1">
              <a:off x="7584122" y="21899"/>
              <a:ext cx="540580" cy="24180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Arrow Connector 156">
              <a:extLst>
                <a:ext uri="{FF2B5EF4-FFF2-40B4-BE49-F238E27FC236}">
                  <a16:creationId xmlns:a16="http://schemas.microsoft.com/office/drawing/2014/main" id="{681BF755-055B-CFD0-D04E-685F366C873F}"/>
                </a:ext>
              </a:extLst>
            </p:cNvPr>
            <p:cNvCxnSpPr>
              <a:cxnSpLocks/>
              <a:stCxn id="78" idx="2"/>
              <a:endCxn id="171" idx="6"/>
            </p:cNvCxnSpPr>
            <p:nvPr/>
          </p:nvCxnSpPr>
          <p:spPr>
            <a:xfrm flipV="1">
              <a:off x="7584122" y="123410"/>
              <a:ext cx="570287" cy="140288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Arrow Connector 157">
              <a:extLst>
                <a:ext uri="{FF2B5EF4-FFF2-40B4-BE49-F238E27FC236}">
                  <a16:creationId xmlns:a16="http://schemas.microsoft.com/office/drawing/2014/main" id="{1FFDE1CC-5404-83B8-1F4F-337CB9805B63}"/>
                </a:ext>
              </a:extLst>
            </p:cNvPr>
            <p:cNvCxnSpPr>
              <a:cxnSpLocks/>
              <a:stCxn id="78" idx="2"/>
              <a:endCxn id="170" idx="6"/>
            </p:cNvCxnSpPr>
            <p:nvPr/>
          </p:nvCxnSpPr>
          <p:spPr>
            <a:xfrm flipV="1">
              <a:off x="7584122" y="98657"/>
              <a:ext cx="478434" cy="165041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Arrow Connector 158">
              <a:extLst>
                <a:ext uri="{FF2B5EF4-FFF2-40B4-BE49-F238E27FC236}">
                  <a16:creationId xmlns:a16="http://schemas.microsoft.com/office/drawing/2014/main" id="{91286826-53E7-0728-0692-CB5EE590EB5C}"/>
                </a:ext>
              </a:extLst>
            </p:cNvPr>
            <p:cNvCxnSpPr>
              <a:cxnSpLocks/>
              <a:stCxn id="78" idx="2"/>
              <a:endCxn id="173" idx="7"/>
            </p:cNvCxnSpPr>
            <p:nvPr/>
          </p:nvCxnSpPr>
          <p:spPr>
            <a:xfrm flipV="1">
              <a:off x="7584122" y="190122"/>
              <a:ext cx="594467" cy="73576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Arrow Connector 159">
              <a:extLst>
                <a:ext uri="{FF2B5EF4-FFF2-40B4-BE49-F238E27FC236}">
                  <a16:creationId xmlns:a16="http://schemas.microsoft.com/office/drawing/2014/main" id="{F5895681-2322-7D50-4827-A5C6B74023AA}"/>
                </a:ext>
              </a:extLst>
            </p:cNvPr>
            <p:cNvCxnSpPr>
              <a:cxnSpLocks/>
              <a:stCxn id="78" idx="2"/>
              <a:endCxn id="172" idx="6"/>
            </p:cNvCxnSpPr>
            <p:nvPr/>
          </p:nvCxnSpPr>
          <p:spPr>
            <a:xfrm flipV="1">
              <a:off x="7584122" y="193274"/>
              <a:ext cx="497655" cy="70423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Arrow Connector 160">
              <a:extLst>
                <a:ext uri="{FF2B5EF4-FFF2-40B4-BE49-F238E27FC236}">
                  <a16:creationId xmlns:a16="http://schemas.microsoft.com/office/drawing/2014/main" id="{48FDF258-0C57-56F0-8F75-D73501759A52}"/>
                </a:ext>
              </a:extLst>
            </p:cNvPr>
            <p:cNvCxnSpPr>
              <a:cxnSpLocks/>
              <a:stCxn id="50" idx="0"/>
              <a:endCxn id="166" idx="6"/>
            </p:cNvCxnSpPr>
            <p:nvPr/>
          </p:nvCxnSpPr>
          <p:spPr>
            <a:xfrm flipV="1">
              <a:off x="7533617" y="-96090"/>
              <a:ext cx="473206" cy="226112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Arrow Connector 161">
              <a:extLst>
                <a:ext uri="{FF2B5EF4-FFF2-40B4-BE49-F238E27FC236}">
                  <a16:creationId xmlns:a16="http://schemas.microsoft.com/office/drawing/2014/main" id="{CA13987E-6F0F-6615-935D-2D5CB9696601}"/>
                </a:ext>
              </a:extLst>
            </p:cNvPr>
            <p:cNvCxnSpPr>
              <a:cxnSpLocks/>
              <a:stCxn id="50" idx="0"/>
              <a:endCxn id="167" idx="6"/>
            </p:cNvCxnSpPr>
            <p:nvPr/>
          </p:nvCxnSpPr>
          <p:spPr>
            <a:xfrm flipV="1">
              <a:off x="7533617" y="-71338"/>
              <a:ext cx="565059" cy="201359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Arrow Connector 162">
              <a:extLst>
                <a:ext uri="{FF2B5EF4-FFF2-40B4-BE49-F238E27FC236}">
                  <a16:creationId xmlns:a16="http://schemas.microsoft.com/office/drawing/2014/main" id="{722CA0E6-A5E2-FB9C-A42D-0AA0B61F3E57}"/>
                </a:ext>
              </a:extLst>
            </p:cNvPr>
            <p:cNvCxnSpPr>
              <a:cxnSpLocks/>
              <a:stCxn id="50" idx="0"/>
              <a:endCxn id="169" idx="6"/>
            </p:cNvCxnSpPr>
            <p:nvPr/>
          </p:nvCxnSpPr>
          <p:spPr>
            <a:xfrm flipV="1">
              <a:off x="7533617" y="21898"/>
              <a:ext cx="591084" cy="108124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Arrow Connector 163">
              <a:extLst>
                <a:ext uri="{FF2B5EF4-FFF2-40B4-BE49-F238E27FC236}">
                  <a16:creationId xmlns:a16="http://schemas.microsoft.com/office/drawing/2014/main" id="{77422D1F-4FD5-5520-0072-895B97BFA338}"/>
                </a:ext>
              </a:extLst>
            </p:cNvPr>
            <p:cNvCxnSpPr>
              <a:cxnSpLocks/>
              <a:stCxn id="50" idx="0"/>
              <a:endCxn id="168" idx="6"/>
            </p:cNvCxnSpPr>
            <p:nvPr/>
          </p:nvCxnSpPr>
          <p:spPr>
            <a:xfrm flipV="1">
              <a:off x="7533615" y="-1473"/>
              <a:ext cx="492426" cy="131494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5" name="Group 164">
              <a:extLst>
                <a:ext uri="{FF2B5EF4-FFF2-40B4-BE49-F238E27FC236}">
                  <a16:creationId xmlns:a16="http://schemas.microsoft.com/office/drawing/2014/main" id="{7B0BCF14-9289-B202-4769-6C998735BAFE}"/>
                </a:ext>
              </a:extLst>
            </p:cNvPr>
            <p:cNvGrpSpPr/>
            <p:nvPr/>
          </p:nvGrpSpPr>
          <p:grpSpPr>
            <a:xfrm rot="20911025">
              <a:off x="8036045" y="-160468"/>
              <a:ext cx="177353" cy="410510"/>
              <a:chOff x="4512110" y="3670013"/>
              <a:chExt cx="315807" cy="730985"/>
            </a:xfrm>
            <a:solidFill>
              <a:srgbClr val="78E9D0"/>
            </a:solidFill>
          </p:grpSpPr>
          <p:sp>
            <p:nvSpPr>
              <p:cNvPr id="166" name="Oval 165">
                <a:extLst>
                  <a:ext uri="{FF2B5EF4-FFF2-40B4-BE49-F238E27FC236}">
                    <a16:creationId xmlns:a16="http://schemas.microsoft.com/office/drawing/2014/main" id="{55C55E9B-87D8-5CD9-CEE5-42235FA647AA}"/>
                  </a:ext>
                </a:extLst>
              </p:cNvPr>
              <p:cNvSpPr/>
              <p:nvPr/>
            </p:nvSpPr>
            <p:spPr>
              <a:xfrm rot="20700000" flipH="1">
                <a:off x="4512110" y="3670013"/>
                <a:ext cx="123709" cy="123709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95000"/>
                  </a:schemeClr>
                </a:solidFill>
                <a:tailEnd w="med" len="sm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i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A36873F8-9683-7F32-043F-014C3E1929C5}"/>
                  </a:ext>
                </a:extLst>
              </p:cNvPr>
              <p:cNvSpPr/>
              <p:nvPr/>
            </p:nvSpPr>
            <p:spPr>
              <a:xfrm rot="20700000" flipH="1">
                <a:off x="4663622" y="3745768"/>
                <a:ext cx="123709" cy="123709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95000"/>
                  </a:schemeClr>
                </a:solidFill>
                <a:tailEnd w="med" len="sm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i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8" name="Oval 167">
                <a:extLst>
                  <a:ext uri="{FF2B5EF4-FFF2-40B4-BE49-F238E27FC236}">
                    <a16:creationId xmlns:a16="http://schemas.microsoft.com/office/drawing/2014/main" id="{EDC0F008-0DBD-4EB2-A4AF-BF26E9FE4D49}"/>
                  </a:ext>
                </a:extLst>
              </p:cNvPr>
              <p:cNvSpPr/>
              <p:nvPr/>
            </p:nvSpPr>
            <p:spPr>
              <a:xfrm rot="20700000" flipH="1">
                <a:off x="4512110" y="3841938"/>
                <a:ext cx="123709" cy="123709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95000"/>
                  </a:schemeClr>
                </a:solidFill>
                <a:tailEnd w="med" len="sm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i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10834C7F-DD82-DF9B-712F-65E25A3277E6}"/>
                  </a:ext>
                </a:extLst>
              </p:cNvPr>
              <p:cNvSpPr/>
              <p:nvPr/>
            </p:nvSpPr>
            <p:spPr>
              <a:xfrm rot="20700000" flipH="1">
                <a:off x="4675987" y="3917693"/>
                <a:ext cx="123709" cy="123709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95000"/>
                  </a:schemeClr>
                </a:solidFill>
                <a:tailEnd w="med" len="sm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i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0" name="Oval 169">
                <a:extLst>
                  <a:ext uri="{FF2B5EF4-FFF2-40B4-BE49-F238E27FC236}">
                    <a16:creationId xmlns:a16="http://schemas.microsoft.com/office/drawing/2014/main" id="{A48D4B94-9763-7739-0529-E5556B393A61}"/>
                  </a:ext>
                </a:extLst>
              </p:cNvPr>
              <p:cNvSpPr/>
              <p:nvPr/>
            </p:nvSpPr>
            <p:spPr>
              <a:xfrm rot="20700000" flipH="1">
                <a:off x="4540331" y="4029609"/>
                <a:ext cx="123709" cy="123709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95000"/>
                  </a:schemeClr>
                </a:solidFill>
                <a:tailEnd w="med" len="sm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i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1" name="Oval 170">
                <a:extLst>
                  <a:ext uri="{FF2B5EF4-FFF2-40B4-BE49-F238E27FC236}">
                    <a16:creationId xmlns:a16="http://schemas.microsoft.com/office/drawing/2014/main" id="{798E539D-D6A8-7B03-89F5-E9647A72F430}"/>
                  </a:ext>
                </a:extLst>
              </p:cNvPr>
              <p:cNvSpPr/>
              <p:nvPr/>
            </p:nvSpPr>
            <p:spPr>
              <a:xfrm rot="20700000" flipH="1">
                <a:off x="4691843" y="4105364"/>
                <a:ext cx="123709" cy="123709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95000"/>
                  </a:schemeClr>
                </a:solidFill>
                <a:tailEnd w="med" len="sm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i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2" name="Oval 171">
                <a:extLst>
                  <a:ext uri="{FF2B5EF4-FFF2-40B4-BE49-F238E27FC236}">
                    <a16:creationId xmlns:a16="http://schemas.microsoft.com/office/drawing/2014/main" id="{66410424-239E-EE6C-9D3E-5482D5FD3F60}"/>
                  </a:ext>
                </a:extLst>
              </p:cNvPr>
              <p:cNvSpPr/>
              <p:nvPr/>
            </p:nvSpPr>
            <p:spPr>
              <a:xfrm rot="20700000" flipH="1">
                <a:off x="4540331" y="4201534"/>
                <a:ext cx="123709" cy="123709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95000"/>
                  </a:schemeClr>
                </a:solidFill>
                <a:tailEnd w="med" len="sm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i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3" name="Oval 172">
                <a:extLst>
                  <a:ext uri="{FF2B5EF4-FFF2-40B4-BE49-F238E27FC236}">
                    <a16:creationId xmlns:a16="http://schemas.microsoft.com/office/drawing/2014/main" id="{C2EEFC79-4A21-B11E-E66C-84815D62176B}"/>
                  </a:ext>
                </a:extLst>
              </p:cNvPr>
              <p:cNvSpPr/>
              <p:nvPr/>
            </p:nvSpPr>
            <p:spPr>
              <a:xfrm rot="20700000" flipH="1">
                <a:off x="4704208" y="4277289"/>
                <a:ext cx="123709" cy="123709"/>
              </a:xfrm>
              <a:prstGeom prst="ellipse">
                <a:avLst/>
              </a:prstGeom>
              <a:grpFill/>
              <a:ln w="9525">
                <a:solidFill>
                  <a:schemeClr val="bg1">
                    <a:lumMod val="95000"/>
                  </a:schemeClr>
                </a:solidFill>
                <a:tailEnd w="med" len="sm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i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397" name="Group 396">
            <a:extLst>
              <a:ext uri="{FF2B5EF4-FFF2-40B4-BE49-F238E27FC236}">
                <a16:creationId xmlns:a16="http://schemas.microsoft.com/office/drawing/2014/main" id="{E6B8BF69-6028-75BD-107B-85F39A781DEC}"/>
              </a:ext>
            </a:extLst>
          </p:cNvPr>
          <p:cNvGrpSpPr/>
          <p:nvPr/>
        </p:nvGrpSpPr>
        <p:grpSpPr>
          <a:xfrm>
            <a:off x="3636069" y="3164908"/>
            <a:ext cx="2524587" cy="468313"/>
            <a:chOff x="7811449" y="1940853"/>
            <a:chExt cx="5381742" cy="839489"/>
          </a:xfrm>
        </p:grpSpPr>
        <p:pic>
          <p:nvPicPr>
            <p:cNvPr id="393" name="Picture 392">
              <a:extLst>
                <a:ext uri="{FF2B5EF4-FFF2-40B4-BE49-F238E27FC236}">
                  <a16:creationId xmlns:a16="http://schemas.microsoft.com/office/drawing/2014/main" id="{FA7CB555-14E4-42C2-EAB9-0C601AEE546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alphaModFix amt="35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20000"/>
                      </a14:imgEffect>
                    </a14:imgLayer>
                  </a14:imgProps>
                </a:ext>
              </a:extLst>
            </a:blip>
            <a:srcRect l="48104" t="31203" r="8443" b="63768"/>
            <a:stretch>
              <a:fillRect/>
            </a:stretch>
          </p:blipFill>
          <p:spPr>
            <a:xfrm>
              <a:off x="7811451" y="1940853"/>
              <a:ext cx="5381740" cy="350380"/>
            </a:xfrm>
            <a:prstGeom prst="rect">
              <a:avLst/>
            </a:prstGeom>
          </p:spPr>
        </p:pic>
        <p:pic>
          <p:nvPicPr>
            <p:cNvPr id="395" name="Picture 394">
              <a:extLst>
                <a:ext uri="{FF2B5EF4-FFF2-40B4-BE49-F238E27FC236}">
                  <a16:creationId xmlns:a16="http://schemas.microsoft.com/office/drawing/2014/main" id="{EC1C639E-92C9-972D-29B1-0D5A8DDAEC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alphaModFix amt="35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20000"/>
                      </a14:imgEffect>
                    </a14:imgLayer>
                  </a14:imgProps>
                </a:ext>
              </a:extLst>
            </a:blip>
            <a:srcRect l="48026" t="49253" r="8520" b="44859"/>
            <a:stretch>
              <a:fillRect/>
            </a:stretch>
          </p:blipFill>
          <p:spPr>
            <a:xfrm flipH="1">
              <a:off x="7811449" y="2370151"/>
              <a:ext cx="5381740" cy="410191"/>
            </a:xfrm>
            <a:prstGeom prst="rect">
              <a:avLst/>
            </a:prstGeom>
          </p:spPr>
        </p:pic>
      </p:grpSp>
      <p:pic>
        <p:nvPicPr>
          <p:cNvPr id="406" name="Picture 405">
            <a:extLst>
              <a:ext uri="{FF2B5EF4-FFF2-40B4-BE49-F238E27FC236}">
                <a16:creationId xmlns:a16="http://schemas.microsoft.com/office/drawing/2014/main" id="{F8A5B8ED-8899-803F-9AAA-E914DF7F907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0591" t="23048" b="31814"/>
          <a:stretch>
            <a:fillRect/>
          </a:stretch>
        </p:blipFill>
        <p:spPr>
          <a:xfrm>
            <a:off x="4950135" y="2179979"/>
            <a:ext cx="1304729" cy="733789"/>
          </a:xfrm>
          <a:prstGeom prst="rect">
            <a:avLst/>
          </a:prstGeom>
        </p:spPr>
      </p:pic>
      <p:pic>
        <p:nvPicPr>
          <p:cNvPr id="411" name="Picture 410">
            <a:extLst>
              <a:ext uri="{FF2B5EF4-FFF2-40B4-BE49-F238E27FC236}">
                <a16:creationId xmlns:a16="http://schemas.microsoft.com/office/drawing/2014/main" id="{AE0E435F-CBD7-833E-D8C7-A6AC61FB0D0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39768" y="2799926"/>
            <a:ext cx="163462" cy="163462"/>
          </a:xfrm>
          <a:prstGeom prst="rect">
            <a:avLst/>
          </a:prstGeom>
        </p:spPr>
      </p:pic>
      <p:pic>
        <p:nvPicPr>
          <p:cNvPr id="424" name="Picture 423" descr="A logo with text overlay&#10;&#10;AI-generated content may be incorrect.">
            <a:extLst>
              <a:ext uri="{FF2B5EF4-FFF2-40B4-BE49-F238E27FC236}">
                <a16:creationId xmlns:a16="http://schemas.microsoft.com/office/drawing/2014/main" id="{1630EBD7-BDD2-0588-4F6A-92D4F04A1E7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23794" y="2798919"/>
            <a:ext cx="515974" cy="175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304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4088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Jo, L. (Leonardo)</dc:creator>
  <cp:lastModifiedBy>Jo, L. (Leonardo)</cp:lastModifiedBy>
  <cp:revision>1</cp:revision>
  <dcterms:created xsi:type="dcterms:W3CDTF">2026-03-06T14:52:24Z</dcterms:created>
  <dcterms:modified xsi:type="dcterms:W3CDTF">2026-03-09T11:01:07Z</dcterms:modified>
</cp:coreProperties>
</file>